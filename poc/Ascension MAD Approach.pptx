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33" r:id="rId6"/>
    <p:sldId id="324" r:id="rId7"/>
    <p:sldId id="325" r:id="rId8"/>
    <p:sldId id="327" r:id="rId9"/>
    <p:sldId id="328" r:id="rId10"/>
    <p:sldId id="326" r:id="rId11"/>
    <p:sldId id="334" r:id="rId12"/>
    <p:sldId id="335" r:id="rId13"/>
    <p:sldId id="339" r:id="rId33"/>
    <p:sldId id="340" r:id="rId34"/>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MAD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MAD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MAD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MAD,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MAD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MAD adds to it.</a:t>
            </a:r>
          </a:p>
          <a:p>
            <a:endParaRPr/>
          </a:p>
          <a:p>
            <a:r>
              <a:t>WALK IT</a:t>
            </a:r>
          </a:p>
          <a:p>
            <a:r>
              <a:t>- Top strip: the agent-first squad. Today a squad is 4-5 developers and a QA. With MAD it is 1 developer directing the MAD agent team (requirements, build, test, review, release prep), plus 1 QA, for the same scope. The agent drafts overnight; the developer designs, directs and approves; QA verifies. Every human gate stays.</a:t>
            </a:r>
          </a:p>
          <a:p>
            <a:r>
              <a:t>- VBC (Salesforce Core / Flex): $2.47M today, $0.72-0.92M with MAD. Saves $1.55-1.75M a year (63-71%).</a:t>
            </a:r>
          </a:p>
          <a:p>
            <a:r>
              <a:t>- Network Services: $117K today, $68-76K with MAD.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MAD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MAD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endParaRPr/>
          </a:p>
          <a:p>
            <a:r>
              <a:t>KEY MESSAGE</a:t>
            </a:r>
          </a:p>
          <a:p>
            <a:r>
              <a:t>Eighteen months from mobilisation to every pod on MAD, in seven phases, each closed by a gate Ascension signs. Nothing scales until two pilots have proved it.</a:t>
            </a:r>
          </a:p>
          <a:p>
            <a:endParaRPr/>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endParaRPr/>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endParaRPr/>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MAD's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architect: agent design, the tool gateway, guardrails and the evaluation strategy.</a:t>
            </a:r>
          </a:p>
          <a:p>
            <a:r>
              <a:t>- Forward deployed AI engineers: build the seven agents, the workflow and the approval and Change Guardian services, and sit with each pod to tune them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Security and compliance engineer, part-time: HIPAA controls, DLP rules, IAM review, pen test.</a:t>
            </a:r>
          </a:p>
          <a:p/>
          <a:p>
            <a:r>
              <a:t>NOT IN THE COUNT</a:t>
            </a:r>
          </a:p>
          <a:p>
            <a:r>
              <a:t>Ascension's product owners, approvers, release owner, security reviewers, cloud team and Salesforce / Copado admins.</a:t>
            </a:r>
          </a:p>
          <a:p/>
          <a:p>
            <a:r>
              <a:t>AFTER MONTH 18</a:t>
            </a:r>
          </a:p>
          <a:p>
            <a:r>
              <a:t>A run team of 4, offshore: one AI engineer as lead, plus graph and cloud, Salesforce and QA.</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($100-195/h, blended $139/h). Replace them with the Insight Global rate card in plan_slides.py and rebuild before this slide goes to Ascension. Delete these notes before sending the deck.</a:t>
            </a:r>
          </a:p>
          <a:p/>
          <a:p>
            <a:r>
              <a:t>KEY MESSAGE</a:t>
            </a:r>
          </a:p>
          <a:p>
            <a:r>
              <a:t>$4.79M as a fixed fee over 18 months, invoiced only when each gate is signed, against $5.50M on time and materials. Platform usage is passed through at cost. After month 18, a managed service.</a:t>
            </a:r>
          </a:p>
          <a:p/>
          <a:p>
            <a:r>
              <a:t>WHY FIXED IS LOWER THAN TIME AND MATERIALS</a:t>
            </a:r>
          </a:p>
          <a:p>
            <a:r>
              <a:t>- Time and materials bills every hour at the rate card, whatever the outcome, and Ascension carries any overrun.</a:t>
            </a:r>
          </a:p>
          <a:p>
            <a:r>
              <a:t>- The fixed fee prices the outcome. Insight Global brings its own agent accelerators (the agents already used for UI, backend and QA delivery, and the knowledge graph work already done), so it can commit to each gate for 13% less and take the delivery risk. Ascension pays nothing for a phase whose gate does not pass.</a:t>
            </a:r>
          </a:p>
          <a:p/>
          <a:p>
            <a:r>
              <a:t>THE OPTIONS (A or B pays for the build, months 1-18; C is the separate monthly service from month 19)</a:t>
            </a:r>
          </a:p>
          <a:p>
            <a:r>
              <a:t>- A, fixed fee by gate (recommended): $4.79M.</a:t>
            </a:r>
          </a:p>
          <a:p>
            <a:r>
              <a:t>- B, time and materials: $5.50M estimated, on actual hours.</a:t>
            </a:r>
          </a:p>
          <a:p>
            <a:r>
              <a:t>- C, managed service, only from month 19 once all pods are live: $83K a month for a run team of 4, offshore: one AI engineer as lead, plus graph and cloud, Salesforce and QA, plus platform at cost of about $20K a month. Not part of the build fee.</a:t>
            </a:r>
          </a:p>
          <a:p/>
          <a:p>
            <a:r>
              <a:t>IF ASCENSION ASKS FOR A LOWER NUMBER: TRADE SCOPE, NOT RATES</a:t>
            </a:r>
          </a:p>
          <a:p>
            <a:r>
              <a:t>- Contract wave 2 later, as a per-pod onboarding fee once wave 1 has proved the savings: removes $0.89M now, so the fixed fee becomes $3.90M.</a:t>
            </a:r>
          </a:p>
          <a:p>
            <a:r>
              <a:t>- Fold the month-18 handover into the managed service: removes a further $143K.</a:t>
            </a:r>
          </a:p>
          <a:p>
            <a:r>
              <a:t>Both together: about $3.76M.</a:t>
            </a:r>
          </a:p>
          <a:p/>
          <a:p>
            <a:r>
              <a:t>VALUE CHECK</a:t>
            </a:r>
          </a:p>
          <a:p>
            <a:r>
              <a:t>The two-pod slide: VBC and Network Services alone save $1.59-1.80M a year with agent-first squads, so the fixed fee pays back in under three years from those two pods; every further pod shortens it. The floor across all pods is 20-25% lower net run cost (business outcomes slide).</a:t>
            </a:r>
          </a:p>
          <a:p/>
          <a:p>
            <a:r>
              <a:t>NOT INCLUDED</a:t>
            </a:r>
          </a:p>
          <a:p>
            <a:r>
              <a:t>Ascension staff time; existing Salesforce, Copado and Atlassian licences; Codex Enterprise.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MAD APPROACH · MULTI-AGENT DELIVERY</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MAD is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MAD APPROACH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MAD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MAD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MAD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MAD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MAD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MAD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MAD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MAD</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MAD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MAD: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MAD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MAD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MAD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MAD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MAD</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MAD keeps today's cost for the people who stay (a developer and QA per squad, plus a tech lead in VBC) and adds agent run cost of $9K-18K per squad a year; the shared MAD platform is priced once for all pods on the commercials slide. Target once a pod runs fully on MAD; the 20-25% on the business outcomes slide is the floor. Each pod's Phase 0 baseline confirms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tIns="0" r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2056383"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08"/>
          <p:cNvSpPr txBox="1"/>
          <p:nvPr/>
        </p:nvSpPr>
        <p:spPr>
          <a:xfrm>
            <a:off x="4155440"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 110"/>
          <p:cNvSpPr txBox="1"/>
          <p:nvPr/>
        </p:nvSpPr>
        <p:spPr>
          <a:xfrm>
            <a:off x="625449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 112"/>
          <p:cNvSpPr txBox="1"/>
          <p:nvPr/>
        </p:nvSpPr>
        <p:spPr>
          <a:xfrm>
            <a:off x="7304024"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4"/>
          <p:cNvSpPr txBox="1"/>
          <p:nvPr/>
        </p:nvSpPr>
        <p:spPr>
          <a:xfrm>
            <a:off x="887831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6"/>
          <p:cNvSpPr txBox="1"/>
          <p:nvPr/>
        </p:nvSpPr>
        <p:spPr>
          <a:xfrm>
            <a:off x="10177272" y="581558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 118"/>
          <p:cNvSpPr txBox="1"/>
          <p:nvPr/>
        </p:nvSpPr>
        <p:spPr>
          <a:xfrm>
            <a:off x="10177272" y="554126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tIns="0" r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Agent design,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Forward deployed AI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workflow,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review, pen test, data terms (part-time)</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 (part)</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AI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MAD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