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33" r:id="rId6"/>
    <p:sldId id="324" r:id="rId7"/>
    <p:sldId id="325" r:id="rId8"/>
    <p:sldId id="327" r:id="rId9"/>
    <p:sldId id="328" r:id="rId10"/>
    <p:sldId id="326" r:id="rId11"/>
    <p:sldId id="334" r:id="rId12"/>
    <p:sldId id="335" r:id="rId13"/>
    <p:sldId id="339" r:id="rId33"/>
    <p:sldId id="340" r:id="rId34"/>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MAD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MAD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MAD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MAD,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MAD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MAD adds to it.</a:t>
            </a:r>
          </a:p>
          <a:p>
            <a:endParaRPr/>
          </a:p>
          <a:p>
            <a:r>
              <a:t>WALK IT</a:t>
            </a:r>
          </a:p>
          <a:p>
            <a:r>
              <a:t>- Top strip: the agent-first squad. Today a squad is 4-5 developers and a QA. With MAD it is 1 developer directing the MAD agent team (requirements, build, test, review, release prep), plus 1 QA, for the same scope. The agent drafts overnight; the developer designs, directs and approves; QA verifies. Every human gate stays.</a:t>
            </a:r>
          </a:p>
          <a:p>
            <a:r>
              <a:t>- VBC (Salesforce Core / Flex): $2.47M today, $0.72-0.92M with MAD. Saves $1.55-1.75M a year (63-71%).</a:t>
            </a:r>
          </a:p>
          <a:p>
            <a:r>
              <a:t>- Network Services: $117K today, $68-76K with MAD.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MAD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MAD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endParaRPr/>
          </a:p>
          <a:p>
            <a:r>
              <a:t>KEY MESSAGE</a:t>
            </a:r>
          </a:p>
          <a:p>
            <a:r>
              <a:t>Eighteen months from mobilisation to every pod on MAD, in seven phases, each closed by a gate Ascension signs. Nothing scales until two pilots have proved it.</a:t>
            </a:r>
          </a:p>
          <a:p>
            <a:endParaRPr/>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endParaRPr/>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endParaRPr/>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MAD's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architect: agent design, the tool gateway, guardrails and the evaluation strategy.</a:t>
            </a:r>
          </a:p>
          <a:p>
            <a:r>
              <a:t>- Forward deployed AI engineers: build the seven agents, the workflow and the approval and Change Guardian services, and sit with each pod to tune them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AI engineer as lead, plus graph and cloud, Salesforce and QA.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MAD%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MAD APPROACH · MULTI-AGENT DELIVERY</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MAD is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MAD APPROACH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MAD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MAD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MAD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MAD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MAD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MAD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MAD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MAD</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MAD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MAD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MAD: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MAD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MAD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MAD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MAD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MAD</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MAD</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MAD</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With MAD keeps today's cost for the people who stay (a developer and QA per squad, plus a tech lead in VBC) and adds agent run cost of $9K-18K per squad a year; the shared MAD platform is priced once for all pods on the commercials slide. Target once a pod runs fully on MAD; the 20-25% on the business outcomes slide is the floor. Each pod's Phase 0 baseline confirms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Eighteen months from mobilisation to every pod live on MAD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2  </a:t>
            </a:r>
            <a:r>
              <a:rPr sz="750" b="0" i="0">
                <a:solidFill>
                  <a:srgbClr val="000000"/>
                </a:solidFill>
                <a:latin typeface="Trenda IG Text"/>
              </a:rPr>
              <a:t>MAD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tIns="0" r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2056383"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08"/>
          <p:cNvSpPr txBox="1"/>
          <p:nvPr/>
        </p:nvSpPr>
        <p:spPr>
          <a:xfrm>
            <a:off x="4155440"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 110"/>
          <p:cNvSpPr txBox="1"/>
          <p:nvPr/>
        </p:nvSpPr>
        <p:spPr>
          <a:xfrm>
            <a:off x="625449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 112"/>
          <p:cNvSpPr txBox="1"/>
          <p:nvPr/>
        </p:nvSpPr>
        <p:spPr>
          <a:xfrm>
            <a:off x="7304024"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4"/>
          <p:cNvSpPr txBox="1"/>
          <p:nvPr/>
        </p:nvSpPr>
        <p:spPr>
          <a:xfrm>
            <a:off x="887831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 116"/>
          <p:cNvSpPr txBox="1"/>
          <p:nvPr/>
        </p:nvSpPr>
        <p:spPr>
          <a:xfrm>
            <a:off x="10177272" y="581558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Text 118"/>
          <p:cNvSpPr txBox="1"/>
          <p:nvPr/>
        </p:nvSpPr>
        <p:spPr>
          <a:xfrm>
            <a:off x="10177272" y="554126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tIns="0" r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MULTI-AGENT DELIVERY (MAD)</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Durable workflow controller</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Approval service</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TOOL + POLICY GATEWAY (MCP)</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CHANGE PASSPORT + AUDIT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Agent design,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Forward deployed AI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workflow,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AI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MAD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MAD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MAD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