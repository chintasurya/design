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3" r:id="rId2"/>
  </p:sldMasterIdLst>
  <p:notesMasterIdLst>
    <p:notesMasterId r:id="rId39"/>
  </p:notesMasterIdLst>
  <p:sldIdLst>
    <p:sldId id="256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D7C935-1B6D-4E44-B47C-046E66B68172}" v="1" dt="2026-10-13T08:50:07.235"/>
    <p1510:client id="{D6061613-E3FA-45E3-B0BC-0BB213BEA706}" v="115" dt="2026-10-14T07:17:09.485"/>
    <p1510:client id="{FAAA239D-A7E8-691F-9086-0568C33ECAC9}" v="1" dt="2026-10-13T12:39:32.0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7386" autoAdjust="0"/>
  </p:normalViewPr>
  <p:slideViewPr>
    <p:cSldViewPr snapToGrid="0">
      <p:cViewPr>
        <p:scale>
          <a:sx n="80" d="100"/>
          <a:sy n="80" d="100"/>
        </p:scale>
        <p:origin x="62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0" Type="http://schemas.openxmlformats.org/officeDocument/2006/relationships/slide" Target="slides/slide1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microsoft.com/office/2016/11/relationships/changesInfo" Target="changesInfos/changesInfo1.xml"/><Relationship Id="rId4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deep Kandiraju" userId="S::sandeep.kandiraju@insightglobal.com::73c9edc8-56ca-4b73-b526-6c8c5936bb95" providerId="AD" clId="Web-{FAAA239D-A7E8-691F-9086-0568C33ECAC9}"/>
    <pc:docChg chg="delSld">
      <pc:chgData name="Sandeep Kandiraju" userId="S::sandeep.kandiraju@insightglobal.com::73c9edc8-56ca-4b73-b526-6c8c5936bb95" providerId="AD" clId="Web-{FAAA239D-A7E8-691F-9086-0568C33ECAC9}" dt="2026-10-13T12:39:32.049" v="0"/>
      <pc:docMkLst>
        <pc:docMk/>
      </pc:docMkLst>
      <pc:sldChg chg="del">
        <pc:chgData name="Sandeep Kandiraju" userId="S::sandeep.kandiraju@insightglobal.com::73c9edc8-56ca-4b73-b526-6c8c5936bb95" providerId="AD" clId="Web-{FAAA239D-A7E8-691F-9086-0568C33ECAC9}" dt="2026-10-13T12:39:32.049" v="0"/>
        <pc:sldMkLst>
          <pc:docMk/>
          <pc:sldMk cId="0" sldId="329"/>
        </pc:sldMkLst>
      </pc:sldChg>
    </pc:docChg>
  </pc:docChgLst>
  <pc:docChgLst>
    <pc:chgData name="Surya Chinta" userId="41ee6f01-053e-4268-a09b-364f54be2fbe" providerId="ADAL" clId="{E5143D04-8900-4457-BE49-945FECC57414}"/>
    <pc:docChg chg="undo custSel addSld delSld modSld sldOrd">
      <pc:chgData name="Surya Chinta" userId="41ee6f01-053e-4268-a09b-364f54be2fbe" providerId="ADAL" clId="{E5143D04-8900-4457-BE49-945FECC57414}" dt="2026-10-14T07:17:09.485" v="319"/>
      <pc:docMkLst>
        <pc:docMk/>
      </pc:docMkLst>
      <pc:sldChg chg="ord">
        <pc:chgData name="Surya Chinta" userId="41ee6f01-053e-4268-a09b-364f54be2fbe" providerId="ADAL" clId="{E5143D04-8900-4457-BE49-945FECC57414}" dt="2026-10-11T03:43:17.463" v="85"/>
        <pc:sldMkLst>
          <pc:docMk/>
          <pc:sldMk cId="0" sldId="257"/>
        </pc:sldMkLst>
      </pc:sldChg>
      <pc:sldChg chg="ord">
        <pc:chgData name="Surya Chinta" userId="41ee6f01-053e-4268-a09b-364f54be2fbe" providerId="ADAL" clId="{E5143D04-8900-4457-BE49-945FECC57414}" dt="2026-10-11T03:43:17.463" v="85"/>
        <pc:sldMkLst>
          <pc:docMk/>
          <pc:sldMk cId="0" sldId="258"/>
        </pc:sldMkLst>
      </pc:sldChg>
      <pc:sldChg chg="modSp mod">
        <pc:chgData name="Surya Chinta" userId="41ee6f01-053e-4268-a09b-364f54be2fbe" providerId="ADAL" clId="{E5143D04-8900-4457-BE49-945FECC57414}" dt="2026-10-13T03:22:34.188" v="124" actId="6549"/>
        <pc:sldMkLst>
          <pc:docMk/>
          <pc:sldMk cId="3603168410" sldId="318"/>
        </pc:sldMkLst>
        <pc:spChg chg="mod">
          <ac:chgData name="Surya Chinta" userId="41ee6f01-053e-4268-a09b-364f54be2fbe" providerId="ADAL" clId="{E5143D04-8900-4457-BE49-945FECC57414}" dt="2026-10-13T03:22:34.188" v="124" actId="6549"/>
          <ac:spMkLst>
            <pc:docMk/>
            <pc:sldMk cId="3603168410" sldId="318"/>
            <ac:spMk id="2" creationId="{4EA92DF6-3BED-B26E-DE34-1D5A049BE760}"/>
          </ac:spMkLst>
        </pc:spChg>
        <pc:spChg chg="mod">
          <ac:chgData name="Surya Chinta" userId="41ee6f01-053e-4268-a09b-364f54be2fbe" providerId="ADAL" clId="{E5143D04-8900-4457-BE49-945FECC57414}" dt="2026-10-13T03:22:23.260" v="100"/>
          <ac:spMkLst>
            <pc:docMk/>
            <pc:sldMk cId="3603168410" sldId="318"/>
            <ac:spMk id="8" creationId="{D6B1835E-2C04-5EC5-9045-B9B64D0E8440}"/>
          </ac:spMkLst>
        </pc:spChg>
        <pc:spChg chg="mod">
          <ac:chgData name="Surya Chinta" userId="41ee6f01-053e-4268-a09b-364f54be2fbe" providerId="ADAL" clId="{E5143D04-8900-4457-BE49-945FECC57414}" dt="2026-10-13T03:22:06.748" v="99" actId="20577"/>
          <ac:spMkLst>
            <pc:docMk/>
            <pc:sldMk cId="3603168410" sldId="318"/>
            <ac:spMk id="11" creationId="{3CC066D7-8386-587D-D5CA-A9B0917A0A6A}"/>
          </ac:spMkLst>
        </pc:spChg>
      </pc:sldChg>
      <pc:sldChg chg="modSp">
        <pc:chgData name="Surya Chinta" userId="41ee6f01-053e-4268-a09b-364f54be2fbe" providerId="ADAL" clId="{E5143D04-8900-4457-BE49-945FECC57414}" dt="2026-10-13T03:28:34.048" v="185"/>
        <pc:sldMkLst>
          <pc:docMk/>
          <pc:sldMk cId="0" sldId="319"/>
        </pc:sldMkLst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19"/>
            <ac:spMk id="192" creationId="{00000000-0000-0000-0000-000000000000}"/>
          </ac:spMkLst>
        </pc:spChg>
      </pc:sldChg>
      <pc:sldChg chg="add ord setBg">
        <pc:chgData name="Surya Chinta" userId="41ee6f01-053e-4268-a09b-364f54be2fbe" providerId="ADAL" clId="{E5143D04-8900-4457-BE49-945FECC57414}" dt="2026-10-11T03:43:17.463" v="85"/>
        <pc:sldMkLst>
          <pc:docMk/>
          <pc:sldMk cId="0" sldId="320"/>
        </pc:sldMkLst>
      </pc:sldChg>
      <pc:sldChg chg="add ord setBg">
        <pc:chgData name="Surya Chinta" userId="41ee6f01-053e-4268-a09b-364f54be2fbe" providerId="ADAL" clId="{E5143D04-8900-4457-BE49-945FECC57414}" dt="2026-10-11T03:43:17.463" v="85"/>
        <pc:sldMkLst>
          <pc:docMk/>
          <pc:sldMk cId="0" sldId="321"/>
        </pc:sldMkLst>
      </pc:sldChg>
      <pc:sldChg chg="add ord setBg">
        <pc:chgData name="Surya Chinta" userId="41ee6f01-053e-4268-a09b-364f54be2fbe" providerId="ADAL" clId="{E5143D04-8900-4457-BE49-945FECC57414}" dt="2026-10-11T03:43:17.463" v="85"/>
        <pc:sldMkLst>
          <pc:docMk/>
          <pc:sldMk cId="0" sldId="322"/>
        </pc:sldMkLst>
      </pc:sldChg>
      <pc:sldChg chg="addSp delSp modSp mod modNotes modNotesTx">
        <pc:chgData name="Surya Chinta" userId="41ee6f01-053e-4268-a09b-364f54be2fbe" providerId="ADAL" clId="{E5143D04-8900-4457-BE49-945FECC57414}" dt="2026-10-13T10:58:19.500" v="265" actId="767"/>
        <pc:sldMkLst>
          <pc:docMk/>
          <pc:sldMk cId="0" sldId="323"/>
        </pc:sldMkLst>
        <pc:spChg chg="mod">
          <ac:chgData name="Surya Chinta" userId="41ee6f01-053e-4268-a09b-364f54be2fbe" providerId="ADAL" clId="{E5143D04-8900-4457-BE49-945FECC57414}" dt="2026-10-13T03:23:44.191" v="129"/>
          <ac:spMkLst>
            <pc:docMk/>
            <pc:sldMk cId="0" sldId="323"/>
            <ac:spMk id="2" creationId="{00000000-0000-0000-0000-000000000000}"/>
          </ac:spMkLst>
        </pc:spChg>
        <pc:spChg chg="add del mod">
          <ac:chgData name="Surya Chinta" userId="41ee6f01-053e-4268-a09b-364f54be2fbe" providerId="ADAL" clId="{E5143D04-8900-4457-BE49-945FECC57414}" dt="2026-10-13T10:58:19.500" v="265" actId="767"/>
          <ac:spMkLst>
            <pc:docMk/>
            <pc:sldMk cId="0" sldId="323"/>
            <ac:spMk id="101" creationId="{9D224369-A1F1-48FA-2872-027FA25AA213}"/>
          </ac:spMkLst>
        </pc:spChg>
      </pc:sldChg>
      <pc:sldChg chg="modSp mod modNotes modNotesTx">
        <pc:chgData name="Surya Chinta" userId="41ee6f01-053e-4268-a09b-364f54be2fbe" providerId="ADAL" clId="{E5143D04-8900-4457-BE49-945FECC57414}" dt="2026-10-14T07:14:51.121" v="316"/>
        <pc:sldMkLst>
          <pc:docMk/>
          <pc:sldMk cId="0" sldId="324"/>
        </pc:sldMkLst>
        <pc:spChg chg="mod">
          <ac:chgData name="Surya Chinta" userId="41ee6f01-053e-4268-a09b-364f54be2fbe" providerId="ADAL" clId="{E5143D04-8900-4457-BE49-945FECC57414}" dt="2026-10-13T03:33:07.200" v="197"/>
          <ac:spMkLst>
            <pc:docMk/>
            <pc:sldMk cId="0" sldId="324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9:40.233" v="187"/>
          <ac:spMkLst>
            <pc:docMk/>
            <pc:sldMk cId="0" sldId="324"/>
            <ac:spMk id="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4T07:14:51.121" v="316"/>
          <ac:spMkLst>
            <pc:docMk/>
            <pc:sldMk cId="0" sldId="324"/>
            <ac:spMk id="74" creationId="{00000000-0000-0000-0000-000000000000}"/>
          </ac:spMkLst>
        </pc:spChg>
      </pc:sldChg>
      <pc:sldChg chg="modSp mod modNotes modNotesTx">
        <pc:chgData name="Surya Chinta" userId="41ee6f01-053e-4268-a09b-364f54be2fbe" providerId="ADAL" clId="{E5143D04-8900-4457-BE49-945FECC57414}" dt="2026-10-14T07:14:45.178" v="315"/>
        <pc:sldMkLst>
          <pc:docMk/>
          <pc:sldMk cId="0" sldId="325"/>
        </pc:sldMkLst>
        <pc:spChg chg="mod">
          <ac:chgData name="Surya Chinta" userId="41ee6f01-053e-4268-a09b-364f54be2fbe" providerId="ADAL" clId="{E5143D04-8900-4457-BE49-945FECC57414}" dt="2026-10-13T03:33:30.591" v="198"/>
          <ac:spMkLst>
            <pc:docMk/>
            <pc:sldMk cId="0" sldId="325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9:48.285" v="190" actId="14100"/>
          <ac:spMkLst>
            <pc:docMk/>
            <pc:sldMk cId="0" sldId="325"/>
            <ac:spMk id="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4T07:14:16.018" v="314" actId="20577"/>
          <ac:spMkLst>
            <pc:docMk/>
            <pc:sldMk cId="0" sldId="325"/>
            <ac:spMk id="7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4T07:14:45.178" v="315"/>
          <ac:spMkLst>
            <pc:docMk/>
            <pc:sldMk cId="0" sldId="325"/>
            <ac:spMk id="74" creationId="{00000000-0000-0000-0000-000000000000}"/>
          </ac:spMkLst>
        </pc:spChg>
      </pc:sldChg>
      <pc:sldChg chg="modSp modNotesTx">
        <pc:chgData name="Surya Chinta" userId="41ee6f01-053e-4268-a09b-364f54be2fbe" providerId="ADAL" clId="{E5143D04-8900-4457-BE49-945FECC57414}" dt="2026-10-13T04:22:22.021" v="251" actId="6549"/>
        <pc:sldMkLst>
          <pc:docMk/>
          <pc:sldMk cId="0" sldId="326"/>
        </pc:sldMkLst>
        <pc:spChg chg="mod">
          <ac:chgData name="Surya Chinta" userId="41ee6f01-053e-4268-a09b-364f54be2fbe" providerId="ADAL" clId="{E5143D04-8900-4457-BE49-945FECC57414}" dt="2026-10-13T03:34:02.933" v="201"/>
          <ac:spMkLst>
            <pc:docMk/>
            <pc:sldMk cId="0" sldId="326"/>
            <ac:spMk id="2" creationId="{00000000-0000-0000-0000-000000000000}"/>
          </ac:spMkLst>
        </pc:spChg>
        <pc:graphicFrameChg chg="mod">
          <ac:chgData name="Surya Chinta" userId="41ee6f01-053e-4268-a09b-364f54be2fbe" providerId="ADAL" clId="{E5143D04-8900-4457-BE49-945FECC57414}" dt="2026-10-13T03:28:34.048" v="185"/>
          <ac:graphicFrameMkLst>
            <pc:docMk/>
            <pc:sldMk cId="0" sldId="326"/>
            <ac:graphicFrameMk id="42" creationId="{00000000-0000-0000-0000-000000000000}"/>
          </ac:graphicFrameMkLst>
        </pc:graphicFrameChg>
      </pc:sldChg>
      <pc:sldChg chg="modSp add ord setBg modNotes modNotesTx">
        <pc:chgData name="Surya Chinta" userId="41ee6f01-053e-4268-a09b-364f54be2fbe" providerId="ADAL" clId="{E5143D04-8900-4457-BE49-945FECC57414}" dt="2026-10-14T07:16:00.554" v="318"/>
        <pc:sldMkLst>
          <pc:docMk/>
          <pc:sldMk cId="0" sldId="327"/>
        </pc:sldMkLst>
        <pc:spChg chg="mod">
          <ac:chgData name="Surya Chinta" userId="41ee6f01-053e-4268-a09b-364f54be2fbe" providerId="ADAL" clId="{E5143D04-8900-4457-BE49-945FECC57414}" dt="2026-10-13T03:33:41.285" v="199"/>
          <ac:spMkLst>
            <pc:docMk/>
            <pc:sldMk cId="0" sldId="327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7"/>
            <ac:spMk id="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7"/>
            <ac:spMk id="6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7"/>
            <ac:spMk id="69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7"/>
            <ac:spMk id="80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7"/>
            <ac:spMk id="84" creationId="{00000000-0000-0000-0000-000000000000}"/>
          </ac:spMkLst>
        </pc:spChg>
      </pc:sldChg>
      <pc:sldChg chg="modSp add ord setBg modNotes modNotesTx">
        <pc:chgData name="Surya Chinta" userId="41ee6f01-053e-4268-a09b-364f54be2fbe" providerId="ADAL" clId="{E5143D04-8900-4457-BE49-945FECC57414}" dt="2026-10-14T07:16:00.554" v="318"/>
        <pc:sldMkLst>
          <pc:docMk/>
          <pc:sldMk cId="0" sldId="328"/>
        </pc:sldMkLst>
        <pc:spChg chg="mod">
          <ac:chgData name="Surya Chinta" userId="41ee6f01-053e-4268-a09b-364f54be2fbe" providerId="ADAL" clId="{E5143D04-8900-4457-BE49-945FECC57414}" dt="2026-10-13T03:33:52.276" v="200"/>
          <ac:spMkLst>
            <pc:docMk/>
            <pc:sldMk cId="0" sldId="328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28"/>
            <ac:spMk id="4" creationId="{00000000-0000-0000-0000-000000000000}"/>
          </ac:spMkLst>
        </pc:spChg>
      </pc:sldChg>
      <pc:sldChg chg="modSp mod modNotes modNotesTx">
        <pc:chgData name="Surya Chinta" userId="41ee6f01-053e-4268-a09b-364f54be2fbe" providerId="ADAL" clId="{E5143D04-8900-4457-BE49-945FECC57414}" dt="2026-10-13T10:58:02.892" v="260" actId="1076"/>
        <pc:sldMkLst>
          <pc:docMk/>
          <pc:sldMk cId="0" sldId="329"/>
        </pc:sldMkLst>
        <pc:spChg chg="mod">
          <ac:chgData name="Surya Chinta" userId="41ee6f01-053e-4268-a09b-364f54be2fbe" providerId="ADAL" clId="{E5143D04-8900-4457-BE49-945FECC57414}" dt="2026-10-13T03:22:50.685" v="125"/>
          <ac:spMkLst>
            <pc:docMk/>
            <pc:sldMk cId="0" sldId="329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3:19.005" v="128" actId="20577"/>
          <ac:spMkLst>
            <pc:docMk/>
            <pc:sldMk cId="0" sldId="329"/>
            <ac:spMk id="4" creationId="{00000000-0000-0000-0000-000000000000}"/>
          </ac:spMkLst>
        </pc:spChg>
        <pc:picChg chg="mod">
          <ac:chgData name="Surya Chinta" userId="41ee6f01-053e-4268-a09b-364f54be2fbe" providerId="ADAL" clId="{E5143D04-8900-4457-BE49-945FECC57414}" dt="2026-10-13T10:58:02.892" v="260" actId="1076"/>
          <ac:picMkLst>
            <pc:docMk/>
            <pc:sldMk cId="0" sldId="329"/>
            <ac:picMk id="28" creationId="{00000000-0000-0000-0000-000000000000}"/>
          </ac:picMkLst>
        </pc:picChg>
      </pc:sldChg>
      <pc:sldChg chg="delSp modSp mod modNotes modNotesTx">
        <pc:chgData name="Surya Chinta" userId="41ee6f01-053e-4268-a09b-364f54be2fbe" providerId="ADAL" clId="{E5143D04-8900-4457-BE49-945FECC57414}" dt="2026-10-14T07:11:16.844" v="300" actId="478"/>
        <pc:sldMkLst>
          <pc:docMk/>
          <pc:sldMk cId="0" sldId="330"/>
        </pc:sldMkLst>
        <pc:spChg chg="mod">
          <ac:chgData name="Surya Chinta" userId="41ee6f01-053e-4268-a09b-364f54be2fbe" providerId="ADAL" clId="{E5143D04-8900-4457-BE49-945FECC57414}" dt="2026-10-13T03:24:18.366" v="130"/>
          <ac:spMkLst>
            <pc:docMk/>
            <pc:sldMk cId="0" sldId="330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4:23.820" v="131"/>
          <ac:spMkLst>
            <pc:docMk/>
            <pc:sldMk cId="0" sldId="330"/>
            <ac:spMk id="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4:34.197" v="133" actId="14100"/>
          <ac:spMkLst>
            <pc:docMk/>
            <pc:sldMk cId="0" sldId="330"/>
            <ac:spMk id="1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4:45.614" v="144" actId="20577"/>
          <ac:spMkLst>
            <pc:docMk/>
            <pc:sldMk cId="0" sldId="330"/>
            <ac:spMk id="2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4:51.269" v="151" actId="20577"/>
          <ac:spMkLst>
            <pc:docMk/>
            <pc:sldMk cId="0" sldId="330"/>
            <ac:spMk id="3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4:55.363" v="158" actId="20577"/>
          <ac:spMkLst>
            <pc:docMk/>
            <pc:sldMk cId="0" sldId="330"/>
            <ac:spMk id="4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5:01.556" v="165" actId="20577"/>
          <ac:spMkLst>
            <pc:docMk/>
            <pc:sldMk cId="0" sldId="330"/>
            <ac:spMk id="65" creationId="{00000000-0000-0000-0000-000000000000}"/>
          </ac:spMkLst>
        </pc:spChg>
        <pc:spChg chg="del mod">
          <ac:chgData name="Surya Chinta" userId="41ee6f01-053e-4268-a09b-364f54be2fbe" providerId="ADAL" clId="{E5143D04-8900-4457-BE49-945FECC57414}" dt="2026-10-14T07:11:16.844" v="300" actId="478"/>
          <ac:spMkLst>
            <pc:docMk/>
            <pc:sldMk cId="0" sldId="330"/>
            <ac:spMk id="10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6:45.288" v="166"/>
          <ac:spMkLst>
            <pc:docMk/>
            <pc:sldMk cId="0" sldId="330"/>
            <ac:spMk id="108" creationId="{00000000-0000-0000-0000-000000000000}"/>
          </ac:spMkLst>
        </pc:spChg>
      </pc:sldChg>
      <pc:sldChg chg="modSp modNotes">
        <pc:chgData name="Surya Chinta" userId="41ee6f01-053e-4268-a09b-364f54be2fbe" providerId="ADAL" clId="{E5143D04-8900-4457-BE49-945FECC57414}" dt="2026-10-13T03:28:34.048" v="185"/>
        <pc:sldMkLst>
          <pc:docMk/>
          <pc:sldMk cId="0" sldId="331"/>
        </pc:sldMkLst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1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1"/>
            <ac:spMk id="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1"/>
            <ac:spMk id="81" creationId="{00000000-0000-0000-0000-000000000000}"/>
          </ac:spMkLst>
        </pc:spChg>
      </pc:sldChg>
      <pc:sldChg chg="modSp modNotes">
        <pc:chgData name="Surya Chinta" userId="41ee6f01-053e-4268-a09b-364f54be2fbe" providerId="ADAL" clId="{E5143D04-8900-4457-BE49-945FECC57414}" dt="2026-10-13T03:28:34.048" v="185"/>
        <pc:sldMkLst>
          <pc:docMk/>
          <pc:sldMk cId="0" sldId="332"/>
        </pc:sldMkLst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2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2"/>
            <ac:spMk id="126" creationId="{00000000-0000-0000-0000-000000000000}"/>
          </ac:spMkLst>
        </pc:spChg>
      </pc:sldChg>
      <pc:sldChg chg="modSp mod ord modNotesTx">
        <pc:chgData name="Surya Chinta" userId="41ee6f01-053e-4268-a09b-364f54be2fbe" providerId="ADAL" clId="{E5143D04-8900-4457-BE49-945FECC57414}" dt="2026-10-14T07:13:57.250" v="307"/>
        <pc:sldMkLst>
          <pc:docMk/>
          <pc:sldMk cId="0" sldId="333"/>
        </pc:sldMkLst>
        <pc:spChg chg="mod">
          <ac:chgData name="Surya Chinta" userId="41ee6f01-053e-4268-a09b-364f54be2fbe" providerId="ADAL" clId="{E5143D04-8900-4457-BE49-945FECC57414}" dt="2026-10-13T03:27:27.458" v="167"/>
          <ac:spMkLst>
            <pc:docMk/>
            <pc:sldMk cId="0" sldId="333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16.684" v="183" actId="6549"/>
          <ac:spMkLst>
            <pc:docMk/>
            <pc:sldMk cId="0" sldId="333"/>
            <ac:spMk id="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37.291" v="168"/>
          <ac:spMkLst>
            <pc:docMk/>
            <pc:sldMk cId="0" sldId="333"/>
            <ac:spMk id="2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3"/>
            <ac:spMk id="29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39.764" v="169"/>
          <ac:spMkLst>
            <pc:docMk/>
            <pc:sldMk cId="0" sldId="333"/>
            <ac:spMk id="40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41.143" v="170"/>
          <ac:spMkLst>
            <pc:docMk/>
            <pc:sldMk cId="0" sldId="333"/>
            <ac:spMk id="5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43.215" v="171"/>
          <ac:spMkLst>
            <pc:docMk/>
            <pc:sldMk cId="0" sldId="333"/>
            <ac:spMk id="70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45.250" v="172"/>
          <ac:spMkLst>
            <pc:docMk/>
            <pc:sldMk cId="0" sldId="333"/>
            <ac:spMk id="8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7:59.123" v="177"/>
          <ac:spMkLst>
            <pc:docMk/>
            <pc:sldMk cId="0" sldId="333"/>
            <ac:spMk id="96" creationId="{00000000-0000-0000-0000-000000000000}"/>
          </ac:spMkLst>
        </pc:spChg>
      </pc:sldChg>
      <pc:sldChg chg="modSp ord modNotes modNotesTx">
        <pc:chgData name="Surya Chinta" userId="41ee6f01-053e-4268-a09b-364f54be2fbe" providerId="ADAL" clId="{E5143D04-8900-4457-BE49-945FECC57414}" dt="2026-10-13T12:22:32.091" v="298"/>
        <pc:sldMkLst>
          <pc:docMk/>
          <pc:sldMk cId="0" sldId="334"/>
        </pc:sldMkLst>
        <pc:spChg chg="mod">
          <ac:chgData name="Surya Chinta" userId="41ee6f01-053e-4268-a09b-364f54be2fbe" providerId="ADAL" clId="{E5143D04-8900-4457-BE49-945FECC57414}" dt="2026-10-13T03:34:13.524" v="202"/>
          <ac:spMkLst>
            <pc:docMk/>
            <pc:sldMk cId="0" sldId="334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20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0:46.884" v="191"/>
          <ac:spMkLst>
            <pc:docMk/>
            <pc:sldMk cId="0" sldId="334"/>
            <ac:spMk id="25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30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37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51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6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34"/>
            <ac:spMk id="73" creationId="{00000000-0000-0000-0000-000000000000}"/>
          </ac:spMkLst>
        </pc:spChg>
      </pc:sldChg>
      <pc:sldChg chg="modSp del mod modNotes">
        <pc:chgData name="Surya Chinta" userId="41ee6f01-053e-4268-a09b-364f54be2fbe" providerId="ADAL" clId="{E5143D04-8900-4457-BE49-945FECC57414}" dt="2026-10-13T03:44:33.827" v="216" actId="47"/>
        <pc:sldMkLst>
          <pc:docMk/>
          <pc:sldMk cId="0" sldId="335"/>
        </pc:sldMkLst>
        <pc:spChg chg="mod">
          <ac:chgData name="Surya Chinta" userId="41ee6f01-053e-4268-a09b-364f54be2fbe" providerId="ADAL" clId="{E5143D04-8900-4457-BE49-945FECC57414}" dt="2026-10-13T03:34:23.697" v="203"/>
          <ac:spMkLst>
            <pc:docMk/>
            <pc:sldMk cId="0" sldId="335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4:36.102" v="206"/>
          <ac:spMkLst>
            <pc:docMk/>
            <pc:sldMk cId="0" sldId="335"/>
            <ac:spMk id="3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4:51.317" v="207"/>
          <ac:spMkLst>
            <pc:docMk/>
            <pc:sldMk cId="0" sldId="335"/>
            <ac:spMk id="33" creationId="{00000000-0000-0000-0000-000000000000}"/>
          </ac:spMkLst>
        </pc:spChg>
      </pc:sldChg>
      <pc:sldChg chg="modSp mod modNotes modNotesTx">
        <pc:chgData name="Surya Chinta" userId="41ee6f01-053e-4268-a09b-364f54be2fbe" providerId="ADAL" clId="{E5143D04-8900-4457-BE49-945FECC57414}" dt="2026-10-13T04:22:34.933" v="255" actId="6549"/>
        <pc:sldMkLst>
          <pc:docMk/>
          <pc:sldMk cId="0" sldId="339"/>
        </pc:sldMkLst>
        <pc:spChg chg="mod">
          <ac:chgData name="Surya Chinta" userId="41ee6f01-053e-4268-a09b-364f54be2fbe" providerId="ADAL" clId="{E5143D04-8900-4457-BE49-945FECC57414}" dt="2026-10-13T03:35:26.985" v="208"/>
          <ac:spMkLst>
            <pc:docMk/>
            <pc:sldMk cId="0" sldId="339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1:47.056" v="193"/>
          <ac:spMkLst>
            <pc:docMk/>
            <pc:sldMk cId="0" sldId="339"/>
            <ac:spMk id="26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1:41.142" v="192"/>
          <ac:spMkLst>
            <pc:docMk/>
            <pc:sldMk cId="0" sldId="339"/>
            <ac:spMk id="27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1:57.525" v="195"/>
          <ac:spMkLst>
            <pc:docMk/>
            <pc:sldMk cId="0" sldId="339"/>
            <ac:spMk id="3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32:04.546" v="196"/>
          <ac:spMkLst>
            <pc:docMk/>
            <pc:sldMk cId="0" sldId="339"/>
            <ac:spMk id="33" creationId="{00000000-0000-0000-0000-000000000000}"/>
          </ac:spMkLst>
        </pc:spChg>
      </pc:sldChg>
      <pc:sldChg chg="modSp">
        <pc:chgData name="Surya Chinta" userId="41ee6f01-053e-4268-a09b-364f54be2fbe" providerId="ADAL" clId="{E5143D04-8900-4457-BE49-945FECC57414}" dt="2026-10-13T03:35:36.466" v="209"/>
        <pc:sldMkLst>
          <pc:docMk/>
          <pc:sldMk cId="0" sldId="340"/>
        </pc:sldMkLst>
        <pc:spChg chg="mod">
          <ac:chgData name="Surya Chinta" userId="41ee6f01-053e-4268-a09b-364f54be2fbe" providerId="ADAL" clId="{E5143D04-8900-4457-BE49-945FECC57414}" dt="2026-10-13T03:35:36.466" v="209"/>
          <ac:spMkLst>
            <pc:docMk/>
            <pc:sldMk cId="0" sldId="340"/>
            <ac:spMk id="2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40"/>
            <ac:spMk id="4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40"/>
            <ac:spMk id="26" creationId="{00000000-0000-0000-0000-000000000000}"/>
          </ac:spMkLst>
        </pc:spChg>
        <pc:spChg chg="mod">
          <ac:chgData name="Surya Chinta" userId="41ee6f01-053e-4268-a09b-364f54be2fbe" providerId="ADAL" clId="{E5143D04-8900-4457-BE49-945FECC57414}" dt="2026-10-13T03:28:34.048" v="185"/>
          <ac:spMkLst>
            <pc:docMk/>
            <pc:sldMk cId="0" sldId="340"/>
            <ac:spMk id="88" creationId="{00000000-0000-0000-0000-000000000000}"/>
          </ac:spMkLst>
        </pc:spChg>
      </pc:sldChg>
      <pc:sldChg chg="add modNotesTx">
        <pc:chgData name="Surya Chinta" userId="41ee6f01-053e-4268-a09b-364f54be2fbe" providerId="ADAL" clId="{E5143D04-8900-4457-BE49-945FECC57414}" dt="2026-10-13T04:22:29.093" v="253" actId="6549"/>
        <pc:sldMkLst>
          <pc:docMk/>
          <pc:sldMk cId="2669657146" sldId="341"/>
        </pc:sldMkLst>
      </pc:sldChg>
      <pc:sldChg chg="add del">
        <pc:chgData name="Surya Chinta" userId="41ee6f01-053e-4268-a09b-364f54be2fbe" providerId="ADAL" clId="{E5143D04-8900-4457-BE49-945FECC57414}" dt="2026-10-13T03:44:16.334" v="213"/>
        <pc:sldMkLst>
          <pc:docMk/>
          <pc:sldMk cId="2818508910" sldId="341"/>
        </pc:sldMkLst>
      </pc:sldChg>
      <pc:sldChg chg="add del">
        <pc:chgData name="Surya Chinta" userId="41ee6f01-053e-4268-a09b-364f54be2fbe" providerId="ADAL" clId="{E5143D04-8900-4457-BE49-945FECC57414}" dt="2026-10-13T03:44:14.885" v="212"/>
        <pc:sldMkLst>
          <pc:docMk/>
          <pc:sldMk cId="3003088139" sldId="342"/>
        </pc:sldMkLst>
      </pc:sldChg>
      <pc:sldChg chg="add modNotesTx">
        <pc:chgData name="Surya Chinta" userId="41ee6f01-053e-4268-a09b-364f54be2fbe" providerId="ADAL" clId="{E5143D04-8900-4457-BE49-945FECC57414}" dt="2026-10-13T04:22:32.289" v="254" actId="6549"/>
        <pc:sldMkLst>
          <pc:docMk/>
          <pc:sldMk cId="3993354396" sldId="342"/>
        </pc:sldMkLst>
      </pc:sldChg>
      <pc:sldChg chg="new del">
        <pc:chgData name="Surya Chinta" userId="41ee6f01-053e-4268-a09b-364f54be2fbe" providerId="ADAL" clId="{E5143D04-8900-4457-BE49-945FECC57414}" dt="2026-10-13T04:11:46.664" v="218" actId="47"/>
        <pc:sldMkLst>
          <pc:docMk/>
          <pc:sldMk cId="737576513" sldId="343"/>
        </pc:sldMkLst>
      </pc:sldChg>
      <pc:sldChg chg="add del ord">
        <pc:chgData name="Surya Chinta" userId="41ee6f01-053e-4268-a09b-364f54be2fbe" providerId="ADAL" clId="{E5143D04-8900-4457-BE49-945FECC57414}" dt="2026-10-13T12:06:18.032" v="295" actId="47"/>
        <pc:sldMkLst>
          <pc:docMk/>
          <pc:sldMk cId="3339790584" sldId="343"/>
        </pc:sldMkLst>
      </pc:sldChg>
      <pc:sldChg chg="addSp delSp modSp add del mod">
        <pc:chgData name="Surya Chinta" userId="41ee6f01-053e-4268-a09b-364f54be2fbe" providerId="ADAL" clId="{E5143D04-8900-4457-BE49-945FECC57414}" dt="2026-10-13T04:15:22.525" v="238" actId="47"/>
        <pc:sldMkLst>
          <pc:docMk/>
          <pc:sldMk cId="3892843266" sldId="343"/>
        </pc:sldMkLst>
        <pc:spChg chg="mod">
          <ac:chgData name="Surya Chinta" userId="41ee6f01-053e-4268-a09b-364f54be2fbe" providerId="ADAL" clId="{E5143D04-8900-4457-BE49-945FECC57414}" dt="2026-10-13T04:12:55.407" v="230" actId="20577"/>
          <ac:spMkLst>
            <pc:docMk/>
            <pc:sldMk cId="3892843266" sldId="343"/>
            <ac:spMk id="2" creationId="{E0CE59E0-75BE-9435-6D4B-10DDEFDBC63E}"/>
          </ac:spMkLst>
        </pc:spChg>
        <pc:spChg chg="mod">
          <ac:chgData name="Surya Chinta" userId="41ee6f01-053e-4268-a09b-364f54be2fbe" providerId="ADAL" clId="{E5143D04-8900-4457-BE49-945FECC57414}" dt="2026-10-13T04:12:20.340" v="223" actId="207"/>
          <ac:spMkLst>
            <pc:docMk/>
            <pc:sldMk cId="3892843266" sldId="343"/>
            <ac:spMk id="3" creationId="{599C01BF-5D22-1106-AD67-6E63C9DE218F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31" creationId="{8E183A8A-0725-6582-1943-F79D6A7046D1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38" creationId="{63425C44-364C-C4B7-A2FC-0854385A8062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41" creationId="{71DBD3F2-32CF-76F9-CBED-FD96AAC9137F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46" creationId="{B0C810E7-5B23-8DF3-BF67-17B8277548AC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53" creationId="{A2C8178C-C2E9-A652-8894-2357F0135A01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55" creationId="{BA83F133-902C-1573-908A-16E49462339D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68" creationId="{E0D90BEE-2932-970B-A7EE-EFEC78067453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85" creationId="{AEE79047-C152-0D59-62D1-583DF2B29C2A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91" creationId="{8D978C35-A29B-AAE8-BBD6-E44A4FC5102C}"/>
          </ac:spMkLst>
        </pc:spChg>
        <pc:spChg chg="del">
          <ac:chgData name="Surya Chinta" userId="41ee6f01-053e-4268-a09b-364f54be2fbe" providerId="ADAL" clId="{E5143D04-8900-4457-BE49-945FECC57414}" dt="2026-10-13T04:12:00.043" v="220" actId="478"/>
          <ac:spMkLst>
            <pc:docMk/>
            <pc:sldMk cId="3892843266" sldId="343"/>
            <ac:spMk id="99" creationId="{CA3C0FEA-71D2-2AA4-08CC-E641AF679B3B}"/>
          </ac:spMkLst>
        </pc:spChg>
        <pc:spChg chg="del">
          <ac:chgData name="Surya Chinta" userId="41ee6f01-053e-4268-a09b-364f54be2fbe" providerId="ADAL" clId="{E5143D04-8900-4457-BE49-945FECC57414}" dt="2026-10-13T04:12:01.841" v="221" actId="478"/>
          <ac:spMkLst>
            <pc:docMk/>
            <pc:sldMk cId="3892843266" sldId="343"/>
            <ac:spMk id="108" creationId="{E15381FE-68C1-22AF-4D5D-EDB6C331AF52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18" creationId="{4AF22FC1-5D27-8A16-A53B-FCB9926D906B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32" creationId="{466E524F-AB36-8918-1BE9-480623BB13C2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44" creationId="{EC556DE5-EC56-A467-97D2-D3368DFD65A4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70" creationId="{C5A72FE7-385F-9BB7-3B04-934C4FA758EE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72" creationId="{05B8221B-335C-34EE-460A-A86A4D248370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84" creationId="{202324D7-D099-6EEC-8176-12A508DA3E6B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88" creationId="{3693C6B7-C548-4D11-7D35-47285A407E03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90" creationId="{2128F82A-1AD6-0D43-8F62-A5BE8EB2BA93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92" creationId="{02DFBC2B-0868-6FA4-976D-CD8070FA3135}"/>
          </ac:spMkLst>
        </pc:spChg>
        <pc:spChg chg="add mod">
          <ac:chgData name="Surya Chinta" userId="41ee6f01-053e-4268-a09b-364f54be2fbe" providerId="ADAL" clId="{E5143D04-8900-4457-BE49-945FECC57414}" dt="2026-10-13T04:13:09.951" v="232" actId="1076"/>
          <ac:spMkLst>
            <pc:docMk/>
            <pc:sldMk cId="3892843266" sldId="343"/>
            <ac:spMk id="196" creationId="{56F795E0-33B3-64D3-5797-AE87CDE66C3C}"/>
          </ac:spMkLst>
        </pc:spChg>
      </pc:sldChg>
      <pc:sldChg chg="add ord modNotesTx">
        <pc:chgData name="Surya Chinta" userId="41ee6f01-053e-4268-a09b-364f54be2fbe" providerId="ADAL" clId="{E5143D04-8900-4457-BE49-945FECC57414}" dt="2026-10-13T11:51:43.874" v="285"/>
        <pc:sldMkLst>
          <pc:docMk/>
          <pc:sldMk cId="3269789473" sldId="344"/>
        </pc:sldMkLst>
      </pc:sldChg>
      <pc:sldChg chg="add del setBg">
        <pc:chgData name="Surya Chinta" userId="41ee6f01-053e-4268-a09b-364f54be2fbe" providerId="ADAL" clId="{E5143D04-8900-4457-BE49-945FECC57414}" dt="2026-10-13T04:15:16.367" v="234"/>
        <pc:sldMkLst>
          <pc:docMk/>
          <pc:sldMk cId="3998421934" sldId="344"/>
        </pc:sldMkLst>
      </pc:sldChg>
      <pc:sldChg chg="add ord">
        <pc:chgData name="Surya Chinta" userId="41ee6f01-053e-4268-a09b-364f54be2fbe" providerId="ADAL" clId="{E5143D04-8900-4457-BE49-945FECC57414}" dt="2026-10-13T11:51:39.320" v="283"/>
        <pc:sldMkLst>
          <pc:docMk/>
          <pc:sldMk cId="2510581986" sldId="345"/>
        </pc:sldMkLst>
      </pc:sldChg>
      <pc:sldChg chg="add del setBg">
        <pc:chgData name="Surya Chinta" userId="41ee6f01-053e-4268-a09b-364f54be2fbe" providerId="ADAL" clId="{E5143D04-8900-4457-BE49-945FECC57414}" dt="2026-10-13T11:12:46.491" v="267"/>
        <pc:sldMkLst>
          <pc:docMk/>
          <pc:sldMk cId="2168820613" sldId="346"/>
        </pc:sldMkLst>
      </pc:sldChg>
      <pc:sldChg chg="addSp delSp modSp add mod ord">
        <pc:chgData name="Surya Chinta" userId="41ee6f01-053e-4268-a09b-364f54be2fbe" providerId="ADAL" clId="{E5143D04-8900-4457-BE49-945FECC57414}" dt="2026-10-14T07:13:17.527" v="305"/>
        <pc:sldMkLst>
          <pc:docMk/>
          <pc:sldMk cId="3951767496" sldId="346"/>
        </pc:sldMkLst>
        <pc:spChg chg="add del mod">
          <ac:chgData name="Surya Chinta" userId="41ee6f01-053e-4268-a09b-364f54be2fbe" providerId="ADAL" clId="{E5143D04-8900-4457-BE49-945FECC57414}" dt="2026-10-13T11:13:14.607" v="272"/>
          <ac:spMkLst>
            <pc:docMk/>
            <pc:sldMk cId="3951767496" sldId="346"/>
            <ac:spMk id="79" creationId="{F2B1CF47-0C8F-0E49-D014-4F94A5BE112F}"/>
          </ac:spMkLst>
        </pc:spChg>
        <pc:spChg chg="add del mod">
          <ac:chgData name="Surya Chinta" userId="41ee6f01-053e-4268-a09b-364f54be2fbe" providerId="ADAL" clId="{E5143D04-8900-4457-BE49-945FECC57414}" dt="2026-10-13T11:13:16.074" v="275"/>
          <ac:spMkLst>
            <pc:docMk/>
            <pc:sldMk cId="3951767496" sldId="346"/>
            <ac:spMk id="80" creationId="{7FEC237C-6384-FF6A-D5A3-C979EE5C2DAC}"/>
          </ac:spMkLst>
        </pc:spChg>
      </pc:sldChg>
      <pc:sldChg chg="add ord">
        <pc:chgData name="Surya Chinta" userId="41ee6f01-053e-4268-a09b-364f54be2fbe" providerId="ADAL" clId="{E5143D04-8900-4457-BE49-945FECC57414}" dt="2026-10-13T11:27:13.592" v="281"/>
        <pc:sldMkLst>
          <pc:docMk/>
          <pc:sldMk cId="2660977724" sldId="347"/>
        </pc:sldMkLst>
      </pc:sldChg>
      <pc:sldChg chg="add ord">
        <pc:chgData name="Surya Chinta" userId="41ee6f01-053e-4268-a09b-364f54be2fbe" providerId="ADAL" clId="{E5143D04-8900-4457-BE49-945FECC57414}" dt="2026-10-13T11:55:14.336" v="291"/>
        <pc:sldMkLst>
          <pc:docMk/>
          <pc:sldMk cId="2127672974" sldId="348"/>
        </pc:sldMkLst>
      </pc:sldChg>
      <pc:sldChg chg="add ord">
        <pc:chgData name="Surya Chinta" userId="41ee6f01-053e-4268-a09b-364f54be2fbe" providerId="ADAL" clId="{E5143D04-8900-4457-BE49-945FECC57414}" dt="2026-10-13T11:55:14.336" v="291"/>
        <pc:sldMkLst>
          <pc:docMk/>
          <pc:sldMk cId="1731863554" sldId="349"/>
        </pc:sldMkLst>
      </pc:sldChg>
      <pc:sldChg chg="add ord">
        <pc:chgData name="Surya Chinta" userId="41ee6f01-053e-4268-a09b-364f54be2fbe" providerId="ADAL" clId="{E5143D04-8900-4457-BE49-945FECC57414}" dt="2026-10-13T11:55:14.336" v="291"/>
        <pc:sldMkLst>
          <pc:docMk/>
          <pc:sldMk cId="1526011613" sldId="350"/>
        </pc:sldMkLst>
      </pc:sldChg>
      <pc:sldChg chg="add ord">
        <pc:chgData name="Surya Chinta" userId="41ee6f01-053e-4268-a09b-364f54be2fbe" providerId="ADAL" clId="{E5143D04-8900-4457-BE49-945FECC57414}" dt="2026-10-13T11:55:14.336" v="291"/>
        <pc:sldMkLst>
          <pc:docMk/>
          <pc:sldMk cId="2543986423" sldId="351"/>
        </pc:sldMkLst>
      </pc:sldChg>
      <pc:sldChg chg="add">
        <pc:chgData name="Surya Chinta" userId="41ee6f01-053e-4268-a09b-364f54be2fbe" providerId="ADAL" clId="{E5143D04-8900-4457-BE49-945FECC57414}" dt="2026-10-13T12:06:15.251" v="294"/>
        <pc:sldMkLst>
          <pc:docMk/>
          <pc:sldMk cId="279582318" sldId="352"/>
        </pc:sldMkLst>
      </pc:sldChg>
      <pc:sldChg chg="add del setBg">
        <pc:chgData name="Surya Chinta" userId="41ee6f01-053e-4268-a09b-364f54be2fbe" providerId="ADAL" clId="{E5143D04-8900-4457-BE49-945FECC57414}" dt="2026-10-13T12:06:11.921" v="293"/>
        <pc:sldMkLst>
          <pc:docMk/>
          <pc:sldMk cId="967238637" sldId="352"/>
        </pc:sldMkLst>
      </pc:sldChg>
      <pc:sldChg chg="add">
        <pc:chgData name="Surya Chinta" userId="41ee6f01-053e-4268-a09b-364f54be2fbe" providerId="ADAL" clId="{E5143D04-8900-4457-BE49-945FECC57414}" dt="2026-10-13T12:22:23.052" v="296"/>
        <pc:sldMkLst>
          <pc:docMk/>
          <pc:sldMk cId="815528859" sldId="353"/>
        </pc:sldMkLst>
      </pc:sldChg>
      <pc:sldChg chg="add">
        <pc:chgData name="Surya Chinta" userId="41ee6f01-053e-4268-a09b-364f54be2fbe" providerId="ADAL" clId="{E5143D04-8900-4457-BE49-945FECC57414}" dt="2026-10-14T07:13:00.409" v="303"/>
        <pc:sldMkLst>
          <pc:docMk/>
          <pc:sldMk cId="476873487" sldId="354"/>
        </pc:sldMkLst>
      </pc:sldChg>
      <pc:sldChg chg="add del setBg">
        <pc:chgData name="Surya Chinta" userId="41ee6f01-053e-4268-a09b-364f54be2fbe" providerId="ADAL" clId="{E5143D04-8900-4457-BE49-945FECC57414}" dt="2026-10-14T07:12:57.371" v="302"/>
        <pc:sldMkLst>
          <pc:docMk/>
          <pc:sldMk cId="3194574060" sldId="354"/>
        </pc:sldMkLst>
      </pc:sldChg>
      <pc:sldChg chg="add">
        <pc:chgData name="Surya Chinta" userId="41ee6f01-053e-4268-a09b-364f54be2fbe" providerId="ADAL" clId="{E5143D04-8900-4457-BE49-945FECC57414}" dt="2026-10-14T07:17:09.485" v="319"/>
        <pc:sldMkLst>
          <pc:docMk/>
          <pc:sldMk cId="2560747931" sldId="355"/>
        </pc:sldMkLst>
      </pc:sldChg>
    </pc:docChg>
  </pc:docChgLst>
  <pc:docChgLst>
    <pc:chgData name="Sandeep Kandiraju" userId="73c9edc8-56ca-4b73-b526-6c8c5936bb95" providerId="ADAL" clId="{72C2FB20-06DE-4857-9800-006CD8C248A1}"/>
    <pc:docChg chg="custSel modSld">
      <pc:chgData name="Sandeep Kandiraju" userId="73c9edc8-56ca-4b73-b526-6c8c5936bb95" providerId="ADAL" clId="{72C2FB20-06DE-4857-9800-006CD8C248A1}" dt="2026-10-13T08:50:07.235" v="0" actId="33524"/>
      <pc:docMkLst>
        <pc:docMk/>
      </pc:docMkLst>
      <pc:sldChg chg="modSp mod">
        <pc:chgData name="Sandeep Kandiraju" userId="73c9edc8-56ca-4b73-b526-6c8c5936bb95" providerId="ADAL" clId="{72C2FB20-06DE-4857-9800-006CD8C248A1}" dt="2026-10-13T08:50:07.235" v="0" actId="33524"/>
        <pc:sldMkLst>
          <pc:docMk/>
          <pc:sldMk cId="0" sldId="324"/>
        </pc:sldMkLst>
        <pc:spChg chg="mod">
          <ac:chgData name="Sandeep Kandiraju" userId="73c9edc8-56ca-4b73-b526-6c8c5936bb95" providerId="ADAL" clId="{72C2FB20-06DE-4857-9800-006CD8C248A1}" dt="2026-10-13T08:50:07.235" v="0" actId="33524"/>
          <ac:spMkLst>
            <pc:docMk/>
            <pc:sldMk cId="0" sldId="324"/>
            <ac:spMk id="105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5083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SLIDE: Governed data first: how campaign data is protected before Marketing Cloud ever sees it   (about 4 minutes)</a:t>
            </a:r>
          </a:p>
          <a:p/>
          <a:p>
            <a:r>
              <a:t>KEY MESSAGE</a:t>
            </a:r>
          </a:p>
          <a:p>
            <a:r>
              <a:t>Before any campaign runs, the data is governed in Google Cloud. Every column is classified, approved by a data steward and protected inside BigQuery. Only a minimum-necessary, tokenized audience is approved in Looker and pushed into a Marketing Cloud data extension. PHI never leaves Google Cloud, and every visit booked comes back inside to prove the result.</a:t>
            </a:r>
          </a:p>
          <a:p/>
          <a:p>
            <a:r>
              <a:t>WALK IT</a:t>
            </a:r>
          </a:p>
          <a:p>
            <a:r>
              <a:t>1 Govern the data (ADDG, top band)</a:t>
            </a:r>
          </a:p>
          <a:p>
            <a:r>
              <a:t>- Cloud DLP scans the BigQuery columns in the production projects and proposes an infotype for each one.</a:t>
            </a:r>
          </a:p>
          <a:p>
            <a:r>
              <a:t>- A data steward approves or rejects each classification in Collibra; nothing changes before that sign-off.</a:t>
            </a:r>
          </a:p>
          <a:p>
            <a:r>
              <a:t>- Outcomes sync into one reviewed-classifications table, the single list every job works from.</a:t>
            </a:r>
          </a:p>
          <a:p>
            <a:r>
              <a:t>- A rollout gate enables production project by project; a person runs each promotion.</a:t>
            </a:r>
          </a:p>
          <a:p>
            <a:r>
              <a:t>- The Data Policy Tagger (Cloud Run job, dry-run first) applies column policies: SHA-256 masking or raw-access only.</a:t>
            </a:r>
          </a:p>
          <a:p>
            <a:r>
              <a:t>- Every applied policy is recorded as a binding and checked against the live schema. If a steward rejects, the policy remover clears it and the binding is retired.</a:t>
            </a:r>
          </a:p>
          <a:p/>
          <a:p>
            <a:r>
              <a:t>2 Build the audience</a:t>
            </a:r>
          </a:p>
          <a:p>
            <a:r>
              <a:t>- Authorized views apply the campaign criteria on policy-tagged data.</a:t>
            </a:r>
          </a:p>
          <a:p>
            <a:r>
              <a:t>- The campaign mart holds one table per campaign: tokenized member ID, channel, segment, eligibility flags and run ID. No names, dates of birth or diagnoses.</a:t>
            </a:r>
          </a:p>
          <a:p>
            <a:r>
              <a:t>- A quality gate blocks the run if a new column is untagged or a source is stale.</a:t>
            </a:r>
          </a:p>
          <a:p>
            <a:r>
              <a:t>- In Looker, a named approver reviews audience size, segments and exclusions and approves.</a:t>
            </a:r>
          </a:p>
          <a:p/>
          <a:p>
            <a:r>
              <a:t>3 Activate into Marketing Cloud</a:t>
            </a:r>
          </a:p>
          <a:p>
            <a:r>
              <a:t>- The Cloud Run activator receives the signed approval, re-checks consent and suppression, and pushes the audience into the Marketing Cloud data extension in batches; the run ID makes it idempotent.</a:t>
            </a:r>
          </a:p>
          <a:p>
            <a:r>
              <a:t>- Marketing Cloud sends through Journey Builder with consent, frequency caps and STOP handling. Messages carry no clinical wording and no identifiers in links.</a:t>
            </a:r>
          </a:p>
          <a:p>
            <a:r>
              <a:t>- Booked visits come back into BigQuery outcome tables, inside the boundary, and are measured as lift against a random holdout.</a:t>
            </a:r>
          </a:p>
          <a:p/>
          <a:p>
            <a:r>
              <a:t>STATUS (from the ADDG flow)</a:t>
            </a:r>
          </a:p>
          <a:p>
            <a:r>
              <a:t>DLP and Collibra are upstream. The reviewed-classifications table, rollout gate and bindings are built. The tagger and the column policies are live in DEV. The policy remover is in progress.</a:t>
            </a:r>
          </a:p>
          <a:p/>
          <a:p>
            <a:r>
              <a:t>DECISIONS TO CONFIRM</a:t>
            </a:r>
          </a:p>
          <a:p>
            <a:r>
              <a:t>- Which Marketing Cloud products and SMS vendors are under Ascension's BAA.</a:t>
            </a:r>
          </a:p>
          <a:p>
            <a:r>
              <a:t>- Push from Cloud Run (full control) or Data Cloud zero-copy (less code, less control).</a:t>
            </a:r>
          </a:p>
          <a:p>
            <a:r>
              <a:t>- One approver, or a second approver above a set audience size.</a:t>
            </a:r>
          </a:p>
          <a:p>
            <a:r>
              <a:t>- A random holdout to prove lift, or report bookings only.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IG Footer Mark" descr="Insight Global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428232"/>
            <a:ext cx="496062" cy="103601"/>
          </a:xfrm>
          <a:prstGeom prst="rect">
            <a:avLst/>
          </a:prstGeom>
        </p:spPr>
      </p:pic>
      <p:sp>
        <p:nvSpPr>
          <p:cNvPr id="901" name="IG Footer Page Number"/>
          <p:cNvSpPr txBox="1"/>
          <p:nvPr userDrawn="1"/>
        </p:nvSpPr>
        <p:spPr>
          <a:xfrm>
            <a:off x="11228832" y="6428232"/>
            <a:ext cx="475488" cy="10360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5C1D3A57-8D5C-4E4B-9A43-7B1E2F0A9C11}" type="slidenum">
              <a:rPr lang="en-US" sz="800">
                <a:solidFill>
                  <a:srgbClr val="000000"/>
                </a:solidFill>
                <a:latin typeface="Trenda IG Text"/>
              </a:rPr>
              <a:t>‹#›</a:t>
            </a:fld>
            <a:endParaRPr lang="en-US" sz="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lor Title_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black background with green and red light&#10;&#10;AI-generated content may be incorrect.">
            <a:extLst>
              <a:ext uri="{FF2B5EF4-FFF2-40B4-BE49-F238E27FC236}">
                <a16:creationId xmlns:a16="http://schemas.microsoft.com/office/drawing/2014/main" id="{FA43BFA5-6845-2522-F411-9ACA730EF22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74FCF5-3999-08E6-D3A6-80B33E570B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56543"/>
            <a:ext cx="9144000" cy="1944914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3600" b="0" i="0" spc="300" baseline="0">
                <a:solidFill>
                  <a:schemeClr val="bg1"/>
                </a:solidFill>
                <a:latin typeface="Trenda IG Text Light" pitchFamily="2" charset="77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64EA0AE4-7153-AFD1-6C6D-3F14EFEBB2F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46587" y="6170595"/>
            <a:ext cx="3298825" cy="250825"/>
          </a:xfrm>
        </p:spPr>
        <p:txBody>
          <a:bodyPr/>
          <a:lstStyle>
            <a:lvl1pPr algn="ctr">
              <a:lnSpc>
                <a:spcPct val="100000"/>
              </a:lnSpc>
              <a:buNone/>
              <a:defRPr kumimoji="0" lang="en-US" sz="1200" b="1" i="0" u="none" strike="noStrike" kern="0" cap="all" spc="30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nda IG Text Semibold" pitchFamily="2" charset="77"/>
                <a:ea typeface="Trenda IG Text Semibold" pitchFamily="2" charset="77"/>
                <a:cs typeface="Trenda IG Text Semibold" pitchFamily="2" charset="77"/>
                <a:sym typeface="Trenda IG Display Bold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4127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00.00.00</a:t>
            </a:r>
          </a:p>
        </p:txBody>
      </p:sp>
      <p:pic>
        <p:nvPicPr>
          <p:cNvPr id="3" name="object 5">
            <a:extLst>
              <a:ext uri="{FF2B5EF4-FFF2-40B4-BE49-F238E27FC236}">
                <a16:creationId xmlns:a16="http://schemas.microsoft.com/office/drawing/2014/main" id="{961F5476-B85D-C3D6-D32E-C43548C30FB4}"/>
              </a:ext>
            </a:extLst>
          </p:cNvPr>
          <p:cNvPicPr/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8525"/>
          <a:stretch>
            <a:fillRect/>
          </a:stretch>
        </p:blipFill>
        <p:spPr>
          <a:xfrm>
            <a:off x="5087102" y="624974"/>
            <a:ext cx="2017796" cy="59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94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loser_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colorfulness, sphere, circle&#10;&#10;Description automatically generated">
            <a:extLst>
              <a:ext uri="{FF2B5EF4-FFF2-40B4-BE49-F238E27FC236}">
                <a16:creationId xmlns:a16="http://schemas.microsoft.com/office/drawing/2014/main" id="{3F2261EA-3E40-78E8-6DB9-2CF8330EA7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0687" t="15629" r="10376" b="16259"/>
          <a:stretch/>
        </p:blipFill>
        <p:spPr>
          <a:xfrm>
            <a:off x="1893905" y="837211"/>
            <a:ext cx="8404189" cy="474023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6A57205-F056-11EF-D0BE-E6A9D06890F5}"/>
              </a:ext>
            </a:extLst>
          </p:cNvPr>
          <p:cNvSpPr txBox="1">
            <a:spLocks/>
          </p:cNvSpPr>
          <p:nvPr userDrawn="1"/>
        </p:nvSpPr>
        <p:spPr>
          <a:xfrm>
            <a:off x="1524000" y="2234869"/>
            <a:ext cx="9144000" cy="1944914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i="0" kern="1200" spc="300" baseline="0">
                <a:solidFill>
                  <a:schemeClr val="bg1"/>
                </a:solidFill>
                <a:latin typeface="Trenda IG Text Light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THANK YOU</a:t>
            </a:r>
          </a:p>
        </p:txBody>
      </p:sp>
      <p:pic>
        <p:nvPicPr>
          <p:cNvPr id="7" name="object 5">
            <a:extLst>
              <a:ext uri="{FF2B5EF4-FFF2-40B4-BE49-F238E27FC236}">
                <a16:creationId xmlns:a16="http://schemas.microsoft.com/office/drawing/2014/main" id="{B82254D8-1D0C-539A-8106-CE7E82B8B278}"/>
              </a:ext>
            </a:extLst>
          </p:cNvPr>
          <p:cNvPicPr/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8525"/>
          <a:stretch>
            <a:fillRect/>
          </a:stretch>
        </p:blipFill>
        <p:spPr>
          <a:xfrm>
            <a:off x="5454391" y="6082846"/>
            <a:ext cx="1283218" cy="377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798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IG Footer Mark" descr="Insight Global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2920" y="6428232"/>
            <a:ext cx="496062" cy="103601"/>
          </a:xfrm>
          <a:prstGeom prst="rect">
            <a:avLst/>
          </a:prstGeom>
        </p:spPr>
      </p:pic>
      <p:sp>
        <p:nvSpPr>
          <p:cNvPr id="901" name="IG Footer Page Number"/>
          <p:cNvSpPr txBox="1"/>
          <p:nvPr userDrawn="1"/>
        </p:nvSpPr>
        <p:spPr>
          <a:xfrm>
            <a:off x="11228832" y="6428232"/>
            <a:ext cx="475488" cy="10360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5C1D3A57-8D5C-4E4B-9A43-7B1E2F0A9C11}" type="slidenum">
              <a:rPr lang="en-US" sz="800">
                <a:solidFill>
                  <a:srgbClr val="FFFFFF"/>
                </a:solidFill>
                <a:latin typeface="Trenda IG Text"/>
              </a:rPr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08013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676595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6263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11480" y="201168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00" b="1" i="0" spc="300">
                <a:solidFill>
                  <a:srgbClr val="000000"/>
                </a:solidFill>
                <a:latin typeface="Trenda IG Text"/>
              </a:rPr>
              <a:t>ASCENSION · CAMPAIGN DATA GOVERNANCE</a:t>
            </a:r>
          </a:p>
        </p:txBody>
      </p:sp>
      <p:sp>
        <p:nvSpPr>
          <p:cNvPr id="3" name="Text 2"/>
          <p:cNvSpPr txBox="1"/>
          <p:nvPr/>
        </p:nvSpPr>
        <p:spPr>
          <a:xfrm>
            <a:off x="411480" y="384048"/>
            <a:ext cx="1136599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200" b="1" i="0">
                <a:solidFill>
                  <a:srgbClr val="000000"/>
                </a:solidFill>
                <a:latin typeface="Trenda IG Text"/>
              </a:rPr>
              <a:t>Govern the data first: from classified columns to a Marketing Cloud data extension</a:t>
            </a:r>
          </a:p>
        </p:txBody>
      </p:sp>
      <p:sp>
        <p:nvSpPr>
          <p:cNvPr id="4" name="Text 3"/>
          <p:cNvSpPr txBox="1"/>
          <p:nvPr/>
        </p:nvSpPr>
        <p:spPr>
          <a:xfrm>
            <a:off x="411480" y="804672"/>
            <a:ext cx="11365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50" b="0" i="0">
                <a:solidFill>
                  <a:srgbClr val="595959"/>
                </a:solidFill>
                <a:latin typeface="Trenda IG Text"/>
              </a:rPr>
              <a:t>PHI stays in Google Cloud. Every column is classified, steward-approved and protected before a campaign uses it; Marketing Cloud gets only a tokenized, approved audience.</a:t>
            </a:r>
          </a:p>
        </p:txBody>
      </p:sp>
      <p:sp>
        <p:nvSpPr>
          <p:cNvPr id="5" name="Shape 4"/>
          <p:cNvSpPr/>
          <p:nvPr/>
        </p:nvSpPr>
        <p:spPr>
          <a:xfrm>
            <a:off x="411480" y="1161288"/>
            <a:ext cx="8339327" cy="4453128"/>
          </a:xfrm>
          <a:prstGeom prst="roundRect">
            <a:avLst>
              <a:gd name="adj" fmla="val 2000"/>
            </a:avLst>
          </a:prstGeom>
          <a:noFill/>
          <a:ln w="15875">
            <a:solidFill>
              <a:srgbClr val="0027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 5"/>
          <p:cNvSpPr txBox="1"/>
          <p:nvPr/>
        </p:nvSpPr>
        <p:spPr>
          <a:xfrm>
            <a:off x="548640" y="1188720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00" b="1" i="0" spc="150">
                <a:solidFill>
                  <a:srgbClr val="000000"/>
                </a:solidFill>
                <a:latin typeface="Trenda IG Text"/>
              </a:rPr>
              <a:t>GOOGLE CLOUD · PHI BOUNDARY</a:t>
            </a:r>
            <a:r>
              <a:rPr sz="700" b="0" i="0">
                <a:solidFill>
                  <a:srgbClr val="595959"/>
                </a:solidFill>
                <a:latin typeface="Trenda IG Text"/>
              </a:rPr>
              <a:t>   VPC Service Controls · CMEK · audit logs to a locked sink · no direct marketing access</a:t>
            </a:r>
          </a:p>
        </p:txBody>
      </p:sp>
      <p:sp>
        <p:nvSpPr>
          <p:cNvPr id="7" name="Shape 6"/>
          <p:cNvSpPr/>
          <p:nvPr/>
        </p:nvSpPr>
        <p:spPr>
          <a:xfrm>
            <a:off x="475488" y="1444752"/>
            <a:ext cx="8211312" cy="1865376"/>
          </a:xfrm>
          <a:prstGeom prst="roundRect">
            <a:avLst>
              <a:gd name="adj" fmla="val 3000"/>
            </a:avLst>
          </a:prstGeom>
          <a:solidFill>
            <a:srgbClr val="ECE9F5"/>
          </a:solidFill>
          <a:ln w="9525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Shape 7"/>
          <p:cNvSpPr/>
          <p:nvPr/>
        </p:nvSpPr>
        <p:spPr>
          <a:xfrm>
            <a:off x="548640" y="1499616"/>
            <a:ext cx="182880" cy="182880"/>
          </a:xfrm>
          <a:prstGeom prst="rect">
            <a:avLst/>
          </a:prstGeom>
          <a:solidFill>
            <a:srgbClr val="452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 8"/>
          <p:cNvSpPr txBox="1"/>
          <p:nvPr/>
        </p:nvSpPr>
        <p:spPr>
          <a:xfrm>
            <a:off x="548640" y="149961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Trenda IG Text"/>
              </a:rPr>
              <a:t>1</a:t>
            </a:r>
          </a:p>
        </p:txBody>
      </p:sp>
      <p:sp>
        <p:nvSpPr>
          <p:cNvPr id="10" name="Text 9"/>
          <p:cNvSpPr txBox="1"/>
          <p:nvPr/>
        </p:nvSpPr>
        <p:spPr>
          <a:xfrm>
            <a:off x="786384" y="1490472"/>
            <a:ext cx="780897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00" b="1" i="0" spc="150">
                <a:solidFill>
                  <a:srgbClr val="000000"/>
                </a:solidFill>
                <a:latin typeface="Trenda IG Text"/>
              </a:rPr>
              <a:t>GOVERN THE DATA · ADDG</a:t>
            </a:r>
            <a:r>
              <a:rPr sz="700" b="0" i="0">
                <a:solidFill>
                  <a:srgbClr val="595959"/>
                </a:solidFill>
                <a:latin typeface="Trenda IG Text"/>
              </a:rPr>
              <a:t>   classify, approve, protect, prove: governance tier asc-ahnat-datarepository</a:t>
            </a:r>
          </a:p>
        </p:txBody>
      </p:sp>
      <p:sp>
        <p:nvSpPr>
          <p:cNvPr id="11" name="Shape 10"/>
          <p:cNvSpPr/>
          <p:nvPr/>
        </p:nvSpPr>
        <p:spPr>
          <a:xfrm>
            <a:off x="548640" y="1719072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 11"/>
          <p:cNvSpPr txBox="1"/>
          <p:nvPr/>
        </p:nvSpPr>
        <p:spPr>
          <a:xfrm>
            <a:off x="630936" y="176479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Source data</a:t>
            </a:r>
          </a:p>
        </p:txBody>
      </p:sp>
      <p:sp>
        <p:nvSpPr>
          <p:cNvPr id="13" name="Text 12"/>
          <p:cNvSpPr txBox="1"/>
          <p:nvPr/>
        </p:nvSpPr>
        <p:spPr>
          <a:xfrm>
            <a:off x="630936" y="1956815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17 production projects in BigQuery (asc-datalake): clinical and engagement tables.</a:t>
            </a:r>
          </a:p>
        </p:txBody>
      </p:sp>
      <p:sp>
        <p:nvSpPr>
          <p:cNvPr id="14" name="Shape 13"/>
          <p:cNvSpPr/>
          <p:nvPr/>
        </p:nvSpPr>
        <p:spPr>
          <a:xfrm>
            <a:off x="2624328" y="1719072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hape 14"/>
          <p:cNvSpPr/>
          <p:nvPr/>
        </p:nvSpPr>
        <p:spPr>
          <a:xfrm>
            <a:off x="3913631" y="1783080"/>
            <a:ext cx="530352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 15"/>
          <p:cNvSpPr txBox="1"/>
          <p:nvPr/>
        </p:nvSpPr>
        <p:spPr>
          <a:xfrm>
            <a:off x="3913631" y="1783080"/>
            <a:ext cx="53035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" b="1" i="0" spc="60">
                <a:solidFill>
                  <a:srgbClr val="595959"/>
                </a:solidFill>
                <a:latin typeface="Trenda IG Text"/>
              </a:rPr>
              <a:t>UPSTREAM</a:t>
            </a:r>
          </a:p>
        </p:txBody>
      </p:sp>
      <p:sp>
        <p:nvSpPr>
          <p:cNvPr id="17" name="Text 16"/>
          <p:cNvSpPr txBox="1"/>
          <p:nvPr/>
        </p:nvSpPr>
        <p:spPr>
          <a:xfrm>
            <a:off x="2706624" y="1764792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DLP classification</a:t>
            </a:r>
          </a:p>
        </p:txBody>
      </p:sp>
      <p:sp>
        <p:nvSpPr>
          <p:cNvPr id="18" name="Text 17"/>
          <p:cNvSpPr txBox="1"/>
          <p:nvPr/>
        </p:nvSpPr>
        <p:spPr>
          <a:xfrm>
            <a:off x="2706624" y="1956815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Cloud DLP scans every column and proposes an infotype: name, DOB, MRN, phone.</a:t>
            </a:r>
          </a:p>
        </p:txBody>
      </p:sp>
      <p:sp>
        <p:nvSpPr>
          <p:cNvPr id="19" name="Shape 18"/>
          <p:cNvSpPr/>
          <p:nvPr/>
        </p:nvSpPr>
        <p:spPr>
          <a:xfrm>
            <a:off x="4700016" y="1719072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 w="19050">
            <a:solidFill>
              <a:srgbClr val="C9A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Shape 19"/>
          <p:cNvSpPr/>
          <p:nvPr/>
        </p:nvSpPr>
        <p:spPr>
          <a:xfrm>
            <a:off x="5989319" y="1783080"/>
            <a:ext cx="530352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 20"/>
          <p:cNvSpPr txBox="1"/>
          <p:nvPr/>
        </p:nvSpPr>
        <p:spPr>
          <a:xfrm>
            <a:off x="5989319" y="1783080"/>
            <a:ext cx="53035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" b="1" i="0" spc="60">
                <a:solidFill>
                  <a:srgbClr val="595959"/>
                </a:solidFill>
                <a:latin typeface="Trenda IG Text"/>
              </a:rPr>
              <a:t>UPSTREAM</a:t>
            </a:r>
          </a:p>
        </p:txBody>
      </p:sp>
      <p:sp>
        <p:nvSpPr>
          <p:cNvPr id="22" name="Text 21"/>
          <p:cNvSpPr txBox="1"/>
          <p:nvPr/>
        </p:nvSpPr>
        <p:spPr>
          <a:xfrm>
            <a:off x="4782312" y="1764792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Steward review · Collibra</a:t>
            </a:r>
          </a:p>
        </p:txBody>
      </p:sp>
      <p:sp>
        <p:nvSpPr>
          <p:cNvPr id="23" name="Text 22"/>
          <p:cNvSpPr txBox="1"/>
          <p:nvPr/>
        </p:nvSpPr>
        <p:spPr>
          <a:xfrm>
            <a:off x="4782312" y="1956815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A data steward approves or rejects each classification. Nothing changes before.</a:t>
            </a:r>
          </a:p>
        </p:txBody>
      </p:sp>
      <p:sp>
        <p:nvSpPr>
          <p:cNvPr id="24" name="Shape 23"/>
          <p:cNvSpPr/>
          <p:nvPr/>
        </p:nvSpPr>
        <p:spPr>
          <a:xfrm>
            <a:off x="6775704" y="1719072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hape 24"/>
          <p:cNvSpPr/>
          <p:nvPr/>
        </p:nvSpPr>
        <p:spPr>
          <a:xfrm>
            <a:off x="8215883" y="1783080"/>
            <a:ext cx="379476" cy="137160"/>
          </a:xfrm>
          <a:prstGeom prst="roundRect">
            <a:avLst>
              <a:gd name="adj" fmla="val 50000"/>
            </a:avLst>
          </a:prstGeom>
          <a:solidFill>
            <a:srgbClr val="56E13B"/>
          </a:solidFill>
          <a:ln w="6350">
            <a:solidFill>
              <a:srgbClr val="56E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 25"/>
          <p:cNvSpPr txBox="1"/>
          <p:nvPr/>
        </p:nvSpPr>
        <p:spPr>
          <a:xfrm>
            <a:off x="8215883" y="1783080"/>
            <a:ext cx="3794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" b="1" i="0" spc="60">
                <a:solidFill>
                  <a:srgbClr val="FFFFFF"/>
                </a:solidFill>
                <a:latin typeface="Trenda IG Text"/>
              </a:rPr>
              <a:t>BUILT</a:t>
            </a:r>
          </a:p>
        </p:txBody>
      </p:sp>
      <p:sp>
        <p:nvSpPr>
          <p:cNvPr id="27" name="Text 26"/>
          <p:cNvSpPr txBox="1"/>
          <p:nvPr/>
        </p:nvSpPr>
        <p:spPr>
          <a:xfrm>
            <a:off x="6858000" y="1764792"/>
            <a:ext cx="13121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Reviewed classifications</a:t>
            </a:r>
          </a:p>
        </p:txBody>
      </p:sp>
      <p:sp>
        <p:nvSpPr>
          <p:cNvPr id="28" name="Text 27"/>
          <p:cNvSpPr txBox="1"/>
          <p:nvPr/>
        </p:nvSpPr>
        <p:spPr>
          <a:xfrm>
            <a:off x="6858000" y="1956815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One governed table, keyed by project, dataset, table and column: the single list.</a:t>
            </a:r>
          </a:p>
        </p:txBody>
      </p:sp>
      <p:sp>
        <p:nvSpPr>
          <p:cNvPr id="29" name="Shape 28"/>
          <p:cNvSpPr/>
          <p:nvPr/>
        </p:nvSpPr>
        <p:spPr>
          <a:xfrm>
            <a:off x="6775704" y="2578608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 w="15875">
            <a:solidFill>
              <a:srgbClr val="C9A8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Shape 29"/>
          <p:cNvSpPr/>
          <p:nvPr/>
        </p:nvSpPr>
        <p:spPr>
          <a:xfrm>
            <a:off x="8215883" y="2642615"/>
            <a:ext cx="379476" cy="137160"/>
          </a:xfrm>
          <a:prstGeom prst="roundRect">
            <a:avLst>
              <a:gd name="adj" fmla="val 50000"/>
            </a:avLst>
          </a:prstGeom>
          <a:solidFill>
            <a:srgbClr val="56E13B"/>
          </a:solidFill>
          <a:ln w="6350">
            <a:solidFill>
              <a:srgbClr val="56E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 30"/>
          <p:cNvSpPr txBox="1"/>
          <p:nvPr/>
        </p:nvSpPr>
        <p:spPr>
          <a:xfrm>
            <a:off x="8215883" y="2642615"/>
            <a:ext cx="3794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" b="1" i="0" spc="60">
                <a:solidFill>
                  <a:srgbClr val="FFFFFF"/>
                </a:solidFill>
                <a:latin typeface="Trenda IG Text"/>
              </a:rPr>
              <a:t>BUILT</a:t>
            </a:r>
          </a:p>
        </p:txBody>
      </p:sp>
      <p:sp>
        <p:nvSpPr>
          <p:cNvPr id="32" name="Text 31"/>
          <p:cNvSpPr txBox="1"/>
          <p:nvPr/>
        </p:nvSpPr>
        <p:spPr>
          <a:xfrm>
            <a:off x="6858000" y="2624327"/>
            <a:ext cx="13121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Rollout gate · per project</a:t>
            </a:r>
          </a:p>
        </p:txBody>
      </p:sp>
      <p:sp>
        <p:nvSpPr>
          <p:cNvPr id="33" name="Text 32"/>
          <p:cNvSpPr txBox="1"/>
          <p:nvPr/>
        </p:nvSpPr>
        <p:spPr>
          <a:xfrm>
            <a:off x="6858000" y="2816352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Production enabled project by project; a person runs every promotion.</a:t>
            </a:r>
          </a:p>
        </p:txBody>
      </p:sp>
      <p:sp>
        <p:nvSpPr>
          <p:cNvPr id="34" name="Shape 33"/>
          <p:cNvSpPr/>
          <p:nvPr/>
        </p:nvSpPr>
        <p:spPr>
          <a:xfrm>
            <a:off x="4700016" y="2578608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Shape 34"/>
          <p:cNvSpPr/>
          <p:nvPr/>
        </p:nvSpPr>
        <p:spPr>
          <a:xfrm>
            <a:off x="5838443" y="2642615"/>
            <a:ext cx="681228" cy="137160"/>
          </a:xfrm>
          <a:prstGeom prst="roundRect">
            <a:avLst>
              <a:gd name="adj" fmla="val 50000"/>
            </a:avLst>
          </a:prstGeom>
          <a:solidFill>
            <a:srgbClr val="00D6F2"/>
          </a:solidFill>
          <a:ln w="6350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 35"/>
          <p:cNvSpPr txBox="1"/>
          <p:nvPr/>
        </p:nvSpPr>
        <p:spPr>
          <a:xfrm>
            <a:off x="5838443" y="2642615"/>
            <a:ext cx="68122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" b="1" i="0" spc="60">
                <a:solidFill>
                  <a:srgbClr val="000000"/>
                </a:solidFill>
                <a:latin typeface="Trenda IG Text"/>
              </a:rPr>
              <a:t>LIVE IN DEV</a:t>
            </a:r>
          </a:p>
        </p:txBody>
      </p:sp>
      <p:sp>
        <p:nvSpPr>
          <p:cNvPr id="37" name="Text 36"/>
          <p:cNvSpPr txBox="1"/>
          <p:nvPr/>
        </p:nvSpPr>
        <p:spPr>
          <a:xfrm>
            <a:off x="4782312" y="2624327"/>
            <a:ext cx="101041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Data Policy Tagger</a:t>
            </a:r>
          </a:p>
        </p:txBody>
      </p:sp>
      <p:sp>
        <p:nvSpPr>
          <p:cNvPr id="38" name="Text 37"/>
          <p:cNvSpPr txBox="1"/>
          <p:nvPr/>
        </p:nvSpPr>
        <p:spPr>
          <a:xfrm>
            <a:off x="4782312" y="2816352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Cloud Run job, per-environment config, dry-run first. Decides each column's policy.</a:t>
            </a:r>
          </a:p>
        </p:txBody>
      </p:sp>
      <p:sp>
        <p:nvSpPr>
          <p:cNvPr id="39" name="Shape 38"/>
          <p:cNvSpPr/>
          <p:nvPr/>
        </p:nvSpPr>
        <p:spPr>
          <a:xfrm>
            <a:off x="2624328" y="2578608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E0FAFE"/>
          </a:solidFill>
          <a:ln w="15875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Shape 39"/>
          <p:cNvSpPr/>
          <p:nvPr/>
        </p:nvSpPr>
        <p:spPr>
          <a:xfrm>
            <a:off x="3762755" y="2642615"/>
            <a:ext cx="681228" cy="137160"/>
          </a:xfrm>
          <a:prstGeom prst="roundRect">
            <a:avLst>
              <a:gd name="adj" fmla="val 50000"/>
            </a:avLst>
          </a:prstGeom>
          <a:solidFill>
            <a:srgbClr val="00D6F2"/>
          </a:solidFill>
          <a:ln w="6350">
            <a:solidFill>
              <a:srgbClr val="00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 40"/>
          <p:cNvSpPr txBox="1"/>
          <p:nvPr/>
        </p:nvSpPr>
        <p:spPr>
          <a:xfrm>
            <a:off x="3762755" y="2642615"/>
            <a:ext cx="68122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" b="1" i="0" spc="60">
                <a:solidFill>
                  <a:srgbClr val="000000"/>
                </a:solidFill>
                <a:latin typeface="Trenda IG Text"/>
              </a:rPr>
              <a:t>LIVE IN DEV</a:t>
            </a:r>
          </a:p>
        </p:txBody>
      </p:sp>
      <p:sp>
        <p:nvSpPr>
          <p:cNvPr id="42" name="Text 41"/>
          <p:cNvSpPr txBox="1"/>
          <p:nvPr/>
        </p:nvSpPr>
        <p:spPr>
          <a:xfrm>
            <a:off x="2706624" y="2624327"/>
            <a:ext cx="101041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Column policies</a:t>
            </a:r>
          </a:p>
        </p:txBody>
      </p:sp>
      <p:sp>
        <p:nvSpPr>
          <p:cNvPr id="43" name="Text 42"/>
          <p:cNvSpPr txBox="1"/>
          <p:nvPr/>
        </p:nvSpPr>
        <p:spPr>
          <a:xfrm>
            <a:off x="2706624" y="2816352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In BigQuery: SHA-256 masking or raw-access only. If rejected, the policy remover (in progress) clears it.</a:t>
            </a:r>
          </a:p>
        </p:txBody>
      </p:sp>
      <p:sp>
        <p:nvSpPr>
          <p:cNvPr id="44" name="Shape 43"/>
          <p:cNvSpPr/>
          <p:nvPr/>
        </p:nvSpPr>
        <p:spPr>
          <a:xfrm>
            <a:off x="548640" y="2578608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452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Shape 44"/>
          <p:cNvSpPr/>
          <p:nvPr/>
        </p:nvSpPr>
        <p:spPr>
          <a:xfrm>
            <a:off x="1988820" y="2642615"/>
            <a:ext cx="379476" cy="137160"/>
          </a:xfrm>
          <a:prstGeom prst="roundRect">
            <a:avLst>
              <a:gd name="adj" fmla="val 50000"/>
            </a:avLst>
          </a:prstGeom>
          <a:solidFill>
            <a:srgbClr val="56E13B"/>
          </a:solidFill>
          <a:ln w="6350">
            <a:solidFill>
              <a:srgbClr val="56E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 45"/>
          <p:cNvSpPr txBox="1"/>
          <p:nvPr/>
        </p:nvSpPr>
        <p:spPr>
          <a:xfrm>
            <a:off x="1988820" y="2642615"/>
            <a:ext cx="3794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" b="1" i="0" spc="60">
                <a:solidFill>
                  <a:srgbClr val="FFFFFF"/>
                </a:solidFill>
                <a:latin typeface="Trenda IG Text"/>
              </a:rPr>
              <a:t>BUILT</a:t>
            </a:r>
          </a:p>
        </p:txBody>
      </p:sp>
      <p:sp>
        <p:nvSpPr>
          <p:cNvPr id="47" name="Text 46"/>
          <p:cNvSpPr txBox="1"/>
          <p:nvPr/>
        </p:nvSpPr>
        <p:spPr>
          <a:xfrm>
            <a:off x="630936" y="2624327"/>
            <a:ext cx="13121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Bindings + validation</a:t>
            </a:r>
          </a:p>
        </p:txBody>
      </p:sp>
      <p:sp>
        <p:nvSpPr>
          <p:cNvPr id="48" name="Text 47"/>
          <p:cNvSpPr txBox="1"/>
          <p:nvPr/>
        </p:nvSpPr>
        <p:spPr>
          <a:xfrm>
            <a:off x="630936" y="2816352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Every policy recorded and read back from the live schema: the audit trail.</a:t>
            </a:r>
          </a:p>
        </p:txBody>
      </p:sp>
      <p:cxnSp>
        <p:nvCxnSpPr>
          <p:cNvPr id="49" name="Arrow 48"/>
          <p:cNvCxnSpPr/>
          <p:nvPr/>
        </p:nvCxnSpPr>
        <p:spPr>
          <a:xfrm>
            <a:off x="2432304" y="2048255"/>
            <a:ext cx="192024" cy="0"/>
          </a:xfrm>
          <a:prstGeom prst="line">
            <a:avLst/>
          </a:prstGeom>
          <a:ln w="15875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Arrow 49"/>
          <p:cNvCxnSpPr/>
          <p:nvPr/>
        </p:nvCxnSpPr>
        <p:spPr>
          <a:xfrm>
            <a:off x="4507992" y="2048255"/>
            <a:ext cx="192024" cy="0"/>
          </a:xfrm>
          <a:prstGeom prst="line">
            <a:avLst/>
          </a:prstGeom>
          <a:ln w="15875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Arrow 50"/>
          <p:cNvCxnSpPr/>
          <p:nvPr/>
        </p:nvCxnSpPr>
        <p:spPr>
          <a:xfrm>
            <a:off x="6583679" y="2048255"/>
            <a:ext cx="192025" cy="0"/>
          </a:xfrm>
          <a:prstGeom prst="line">
            <a:avLst/>
          </a:prstGeom>
          <a:ln w="15875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Arrow 51"/>
          <p:cNvCxnSpPr/>
          <p:nvPr/>
        </p:nvCxnSpPr>
        <p:spPr>
          <a:xfrm>
            <a:off x="7717536" y="2377439"/>
            <a:ext cx="0" cy="201169"/>
          </a:xfrm>
          <a:prstGeom prst="line">
            <a:avLst/>
          </a:prstGeom>
          <a:ln w="15875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Arrow 52"/>
          <p:cNvCxnSpPr/>
          <p:nvPr/>
        </p:nvCxnSpPr>
        <p:spPr>
          <a:xfrm flipH="1">
            <a:off x="6583679" y="2907791"/>
            <a:ext cx="192025" cy="0"/>
          </a:xfrm>
          <a:prstGeom prst="line">
            <a:avLst/>
          </a:prstGeom>
          <a:ln w="15875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Arrow 53"/>
          <p:cNvCxnSpPr/>
          <p:nvPr/>
        </p:nvCxnSpPr>
        <p:spPr>
          <a:xfrm flipH="1">
            <a:off x="4507992" y="2907791"/>
            <a:ext cx="192024" cy="0"/>
          </a:xfrm>
          <a:prstGeom prst="line">
            <a:avLst/>
          </a:prstGeom>
          <a:ln w="15875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Arrow 54"/>
          <p:cNvCxnSpPr/>
          <p:nvPr/>
        </p:nvCxnSpPr>
        <p:spPr>
          <a:xfrm flipH="1">
            <a:off x="2432304" y="2907791"/>
            <a:ext cx="192024" cy="0"/>
          </a:xfrm>
          <a:prstGeom prst="line">
            <a:avLst/>
          </a:prstGeom>
          <a:ln w="15875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Shape 55"/>
          <p:cNvSpPr/>
          <p:nvPr/>
        </p:nvSpPr>
        <p:spPr>
          <a:xfrm>
            <a:off x="4974336" y="2414015"/>
            <a:ext cx="1335024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 56"/>
          <p:cNvSpPr txBox="1"/>
          <p:nvPr/>
        </p:nvSpPr>
        <p:spPr>
          <a:xfrm>
            <a:off x="4974336" y="2414015"/>
            <a:ext cx="13350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60" b="1" i="0" spc="60">
                <a:solidFill>
                  <a:srgbClr val="FF0069"/>
                </a:solidFill>
                <a:latin typeface="Trenda IG Text"/>
              </a:rPr>
              <a:t>REJECTED → POLICY REMOVED</a:t>
            </a:r>
          </a:p>
        </p:txBody>
      </p:sp>
      <p:sp>
        <p:nvSpPr>
          <p:cNvPr id="58" name="Shape 57"/>
          <p:cNvSpPr/>
          <p:nvPr/>
        </p:nvSpPr>
        <p:spPr>
          <a:xfrm>
            <a:off x="475488" y="3401568"/>
            <a:ext cx="8211312" cy="969264"/>
          </a:xfrm>
          <a:prstGeom prst="roundRect">
            <a:avLst>
              <a:gd name="adj" fmla="val 3000"/>
            </a:avLst>
          </a:prstGeom>
          <a:solidFill>
            <a:srgbClr val="E0FAFE"/>
          </a:solidFill>
          <a:ln w="9525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Shape 58"/>
          <p:cNvSpPr/>
          <p:nvPr/>
        </p:nvSpPr>
        <p:spPr>
          <a:xfrm>
            <a:off x="4242816" y="3456432"/>
            <a:ext cx="182880" cy="182880"/>
          </a:xfrm>
          <a:prstGeom prst="rect">
            <a:avLst/>
          </a:prstGeom>
          <a:solidFill>
            <a:srgbClr val="0097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 59"/>
          <p:cNvSpPr txBox="1"/>
          <p:nvPr/>
        </p:nvSpPr>
        <p:spPr>
          <a:xfrm>
            <a:off x="4242816" y="3456432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Trenda IG Text"/>
              </a:rPr>
              <a:t>2</a:t>
            </a:r>
          </a:p>
        </p:txBody>
      </p:sp>
      <p:sp>
        <p:nvSpPr>
          <p:cNvPr id="61" name="Text 60"/>
          <p:cNvSpPr txBox="1"/>
          <p:nvPr/>
        </p:nvSpPr>
        <p:spPr>
          <a:xfrm>
            <a:off x="4480559" y="344728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00" b="1" i="0" spc="150">
                <a:solidFill>
                  <a:srgbClr val="000000"/>
                </a:solidFill>
                <a:latin typeface="Trenda IG Text"/>
              </a:rPr>
              <a:t>BUILD THE AUDIENCE</a:t>
            </a:r>
            <a:r>
              <a:rPr sz="700" b="0" i="0">
                <a:solidFill>
                  <a:srgbClr val="595959"/>
                </a:solidFill>
                <a:latin typeface="Trenda IG Text"/>
              </a:rPr>
              <a:t>   minimum necessary, from protected data only</a:t>
            </a:r>
          </a:p>
        </p:txBody>
      </p:sp>
      <p:sp>
        <p:nvSpPr>
          <p:cNvPr id="62" name="Shape 61"/>
          <p:cNvSpPr/>
          <p:nvPr/>
        </p:nvSpPr>
        <p:spPr>
          <a:xfrm>
            <a:off x="548640" y="3639312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 62"/>
          <p:cNvSpPr txBox="1"/>
          <p:nvPr/>
        </p:nvSpPr>
        <p:spPr>
          <a:xfrm>
            <a:off x="630936" y="36850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Authorized views</a:t>
            </a:r>
          </a:p>
        </p:txBody>
      </p:sp>
      <p:sp>
        <p:nvSpPr>
          <p:cNvPr id="64" name="Text 63"/>
          <p:cNvSpPr txBox="1"/>
          <p:nvPr/>
        </p:nvSpPr>
        <p:spPr>
          <a:xfrm>
            <a:off x="630936" y="3877056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Campaign criteria on policy-tagged data. Masked columns stay masked.</a:t>
            </a:r>
          </a:p>
        </p:txBody>
      </p:sp>
      <p:sp>
        <p:nvSpPr>
          <p:cNvPr id="65" name="Shape 64"/>
          <p:cNvSpPr/>
          <p:nvPr/>
        </p:nvSpPr>
        <p:spPr>
          <a:xfrm>
            <a:off x="2624328" y="3639312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0097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 65"/>
          <p:cNvSpPr txBox="1"/>
          <p:nvPr/>
        </p:nvSpPr>
        <p:spPr>
          <a:xfrm>
            <a:off x="2706624" y="36850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Campaign mart</a:t>
            </a:r>
          </a:p>
        </p:txBody>
      </p:sp>
      <p:sp>
        <p:nvSpPr>
          <p:cNvPr id="67" name="Text 66"/>
          <p:cNvSpPr txBox="1"/>
          <p:nvPr/>
        </p:nvSpPr>
        <p:spPr>
          <a:xfrm>
            <a:off x="2706624" y="3877056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One table per campaign; row-level security, CMEK, DLP scan, partitioned by run.</a:t>
            </a:r>
          </a:p>
        </p:txBody>
      </p:sp>
      <p:sp>
        <p:nvSpPr>
          <p:cNvPr id="68" name="Shape 67"/>
          <p:cNvSpPr/>
          <p:nvPr/>
        </p:nvSpPr>
        <p:spPr>
          <a:xfrm>
            <a:off x="4700016" y="3639312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 w="15875">
            <a:solidFill>
              <a:srgbClr val="C9A8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 68"/>
          <p:cNvSpPr txBox="1"/>
          <p:nvPr/>
        </p:nvSpPr>
        <p:spPr>
          <a:xfrm>
            <a:off x="4782312" y="36850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Quality gate</a:t>
            </a:r>
          </a:p>
        </p:txBody>
      </p:sp>
      <p:sp>
        <p:nvSpPr>
          <p:cNvPr id="70" name="Text 69"/>
          <p:cNvSpPr txBox="1"/>
          <p:nvPr/>
        </p:nvSpPr>
        <p:spPr>
          <a:xfrm>
            <a:off x="4782312" y="3877056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Blocks the run if a column is untagged or a source is stale (tagger + CI check).</a:t>
            </a:r>
          </a:p>
        </p:txBody>
      </p:sp>
      <p:sp>
        <p:nvSpPr>
          <p:cNvPr id="71" name="Shape 70"/>
          <p:cNvSpPr/>
          <p:nvPr/>
        </p:nvSpPr>
        <p:spPr>
          <a:xfrm>
            <a:off x="6775704" y="3639312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 w="19050">
            <a:solidFill>
              <a:srgbClr val="C9A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 71"/>
          <p:cNvSpPr txBox="1"/>
          <p:nvPr/>
        </p:nvSpPr>
        <p:spPr>
          <a:xfrm>
            <a:off x="6858000" y="36850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Approve in Looker</a:t>
            </a:r>
          </a:p>
        </p:txBody>
      </p:sp>
      <p:sp>
        <p:nvSpPr>
          <p:cNvPr id="73" name="Text 72"/>
          <p:cNvSpPr txBox="1"/>
          <p:nvPr/>
        </p:nvSpPr>
        <p:spPr>
          <a:xfrm>
            <a:off x="6858000" y="3877056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Audience size, segments, exclusions. A named approver clicks Approve.</a:t>
            </a:r>
          </a:p>
        </p:txBody>
      </p:sp>
      <p:cxnSp>
        <p:nvCxnSpPr>
          <p:cNvPr id="74" name="Arrow 73"/>
          <p:cNvCxnSpPr/>
          <p:nvPr/>
        </p:nvCxnSpPr>
        <p:spPr>
          <a:xfrm>
            <a:off x="2432304" y="3968496"/>
            <a:ext cx="192024" cy="0"/>
          </a:xfrm>
          <a:prstGeom prst="line">
            <a:avLst/>
          </a:prstGeom>
          <a:ln w="15875">
            <a:solidFill>
              <a:srgbClr val="0097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Arrow 74"/>
          <p:cNvCxnSpPr/>
          <p:nvPr/>
        </p:nvCxnSpPr>
        <p:spPr>
          <a:xfrm>
            <a:off x="4507992" y="3968496"/>
            <a:ext cx="192024" cy="0"/>
          </a:xfrm>
          <a:prstGeom prst="line">
            <a:avLst/>
          </a:prstGeom>
          <a:ln w="15875">
            <a:solidFill>
              <a:srgbClr val="0097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Arrow 75"/>
          <p:cNvCxnSpPr/>
          <p:nvPr/>
        </p:nvCxnSpPr>
        <p:spPr>
          <a:xfrm>
            <a:off x="6583679" y="3968496"/>
            <a:ext cx="192025" cy="0"/>
          </a:xfrm>
          <a:prstGeom prst="line">
            <a:avLst/>
          </a:prstGeom>
          <a:ln w="15875">
            <a:solidFill>
              <a:srgbClr val="0097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Arrow 76"/>
          <p:cNvCxnSpPr/>
          <p:nvPr/>
        </p:nvCxnSpPr>
        <p:spPr>
          <a:xfrm>
            <a:off x="1490472" y="3236976"/>
            <a:ext cx="0" cy="402336"/>
          </a:xfrm>
          <a:prstGeom prst="line">
            <a:avLst/>
          </a:prstGeom>
          <a:ln w="22225">
            <a:solidFill>
              <a:srgbClr val="4527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Shape 77"/>
          <p:cNvSpPr/>
          <p:nvPr/>
        </p:nvSpPr>
        <p:spPr>
          <a:xfrm>
            <a:off x="1581912" y="3447288"/>
            <a:ext cx="1783080" cy="155448"/>
          </a:xfrm>
          <a:prstGeom prst="roundRect">
            <a:avLst>
              <a:gd name="adj" fmla="val 50000"/>
            </a:avLst>
          </a:prstGeom>
          <a:solidFill>
            <a:srgbClr val="452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 78"/>
          <p:cNvSpPr txBox="1"/>
          <p:nvPr/>
        </p:nvSpPr>
        <p:spPr>
          <a:xfrm>
            <a:off x="1581912" y="3447288"/>
            <a:ext cx="17830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60" b="1" i="0" spc="60">
                <a:solidFill>
                  <a:srgbClr val="FFFFFF"/>
                </a:solidFill>
                <a:latin typeface="Trenda IG Text"/>
              </a:rPr>
              <a:t>ONLY PROTECTED COLUMNS FLOW ON</a:t>
            </a:r>
          </a:p>
        </p:txBody>
      </p:sp>
      <p:sp>
        <p:nvSpPr>
          <p:cNvPr id="80" name="Shape 79"/>
          <p:cNvSpPr/>
          <p:nvPr/>
        </p:nvSpPr>
        <p:spPr>
          <a:xfrm>
            <a:off x="475488" y="4462272"/>
            <a:ext cx="8211312" cy="1033271"/>
          </a:xfrm>
          <a:prstGeom prst="roundRect">
            <a:avLst>
              <a:gd name="adj" fmla="val 3000"/>
            </a:avLst>
          </a:prstGeom>
          <a:solidFill>
            <a:srgbClr val="F2F2F2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Shape 80"/>
          <p:cNvSpPr/>
          <p:nvPr/>
        </p:nvSpPr>
        <p:spPr>
          <a:xfrm>
            <a:off x="548640" y="4517136"/>
            <a:ext cx="182880" cy="1828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 81"/>
          <p:cNvSpPr txBox="1"/>
          <p:nvPr/>
        </p:nvSpPr>
        <p:spPr>
          <a:xfrm>
            <a:off x="548640" y="451713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Trenda IG Text"/>
              </a:rPr>
              <a:t>3</a:t>
            </a:r>
          </a:p>
        </p:txBody>
      </p:sp>
      <p:sp>
        <p:nvSpPr>
          <p:cNvPr id="83" name="Text 82"/>
          <p:cNvSpPr txBox="1"/>
          <p:nvPr/>
        </p:nvSpPr>
        <p:spPr>
          <a:xfrm>
            <a:off x="786384" y="4507992"/>
            <a:ext cx="780897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00" b="1" i="0" spc="150">
                <a:solidFill>
                  <a:srgbClr val="000000"/>
                </a:solidFill>
                <a:latin typeface="Trenda IG Text"/>
              </a:rPr>
              <a:t>ACTIVATE AND MEASURE</a:t>
            </a:r>
            <a:r>
              <a:rPr sz="700" b="0" i="0">
                <a:solidFill>
                  <a:srgbClr val="595959"/>
                </a:solidFill>
                <a:latin typeface="Trenda IG Text"/>
              </a:rPr>
              <a:t>   tokenized IDs out, outcomes back in</a:t>
            </a:r>
          </a:p>
        </p:txBody>
      </p:sp>
      <p:sp>
        <p:nvSpPr>
          <p:cNvPr id="84" name="Shape 83"/>
          <p:cNvSpPr/>
          <p:nvPr/>
        </p:nvSpPr>
        <p:spPr>
          <a:xfrm>
            <a:off x="548640" y="4700016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 84"/>
          <p:cNvSpPr txBox="1"/>
          <p:nvPr/>
        </p:nvSpPr>
        <p:spPr>
          <a:xfrm>
            <a:off x="630936" y="47457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Lift vs holdout</a:t>
            </a:r>
          </a:p>
        </p:txBody>
      </p:sp>
      <p:sp>
        <p:nvSpPr>
          <p:cNvPr id="86" name="Text 85"/>
          <p:cNvSpPr txBox="1"/>
          <p:nvPr/>
        </p:nvSpPr>
        <p:spPr>
          <a:xfrm>
            <a:off x="630936" y="4937759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Nudged group against a random holdout: lift and contribution margin, not raw counts.</a:t>
            </a:r>
          </a:p>
        </p:txBody>
      </p:sp>
      <p:sp>
        <p:nvSpPr>
          <p:cNvPr id="87" name="Shape 86"/>
          <p:cNvSpPr/>
          <p:nvPr/>
        </p:nvSpPr>
        <p:spPr>
          <a:xfrm>
            <a:off x="2624328" y="4700016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 87"/>
          <p:cNvSpPr txBox="1"/>
          <p:nvPr/>
        </p:nvSpPr>
        <p:spPr>
          <a:xfrm>
            <a:off x="2706624" y="47457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Outcome tables</a:t>
            </a:r>
          </a:p>
        </p:txBody>
      </p:sp>
      <p:sp>
        <p:nvSpPr>
          <p:cNvPr id="89" name="Text 88"/>
          <p:cNvSpPr txBox="1"/>
          <p:nvPr/>
        </p:nvSpPr>
        <p:spPr>
          <a:xfrm>
            <a:off x="2706624" y="4937759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Booked visits (Epic, Athena) matched to the run, back inside the boundary.</a:t>
            </a:r>
          </a:p>
        </p:txBody>
      </p:sp>
      <p:sp>
        <p:nvSpPr>
          <p:cNvPr id="90" name="Shape 89"/>
          <p:cNvSpPr/>
          <p:nvPr/>
        </p:nvSpPr>
        <p:spPr>
          <a:xfrm>
            <a:off x="4700016" y="4700016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00273B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 90"/>
          <p:cNvSpPr txBox="1"/>
          <p:nvPr/>
        </p:nvSpPr>
        <p:spPr>
          <a:xfrm>
            <a:off x="4782312" y="4745736"/>
            <a:ext cx="171907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60" b="1" i="0">
                <a:solidFill>
                  <a:srgbClr val="000000"/>
                </a:solidFill>
                <a:latin typeface="Trenda IG Text"/>
              </a:rPr>
              <a:t>What leaves the boundary</a:t>
            </a:r>
          </a:p>
          <a:p>
            <a:pPr>
              <a:spcAft>
                <a:spcPts val="100"/>
              </a:spcAft>
            </a:pPr>
            <a:r>
              <a:rPr sz="610" b="0" i="0">
                <a:solidFill>
                  <a:srgbClr val="000000"/>
                </a:solidFill>
                <a:latin typeface="Trenda IG Text"/>
              </a:rPr>
              <a:t>member token · channel · segment · eligibility flags · send window · run ID</a:t>
            </a:r>
          </a:p>
          <a:p>
            <a:pPr>
              <a:spcAft>
                <a:spcPts val="100"/>
              </a:spcAft>
            </a:pPr>
            <a:r>
              <a:rPr sz="610" b="1" i="0">
                <a:solidFill>
                  <a:srgbClr val="FF0069"/>
                </a:solidFill>
                <a:latin typeface="Trenda IG Text"/>
              </a:rPr>
              <a:t>never name, DOB, diagnosis or MRN</a:t>
            </a:r>
          </a:p>
        </p:txBody>
      </p:sp>
      <p:sp>
        <p:nvSpPr>
          <p:cNvPr id="92" name="Shape 91"/>
          <p:cNvSpPr/>
          <p:nvPr/>
        </p:nvSpPr>
        <p:spPr>
          <a:xfrm>
            <a:off x="6775704" y="4700016"/>
            <a:ext cx="188366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2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 92"/>
          <p:cNvSpPr txBox="1"/>
          <p:nvPr/>
        </p:nvSpPr>
        <p:spPr>
          <a:xfrm>
            <a:off x="6858000" y="47457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Cloud Run activator</a:t>
            </a:r>
          </a:p>
        </p:txBody>
      </p:sp>
      <p:sp>
        <p:nvSpPr>
          <p:cNvPr id="94" name="Text 93"/>
          <p:cNvSpPr txBox="1"/>
          <p:nvPr/>
        </p:nvSpPr>
        <p:spPr>
          <a:xfrm>
            <a:off x="6858000" y="4937759"/>
            <a:ext cx="171907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Signed approval; re-checks consent and suppression; pushes in batches, run ID = no duplicates.</a:t>
            </a:r>
          </a:p>
        </p:txBody>
      </p:sp>
      <p:cxnSp>
        <p:nvCxnSpPr>
          <p:cNvPr id="95" name="Arrow 94"/>
          <p:cNvCxnSpPr/>
          <p:nvPr/>
        </p:nvCxnSpPr>
        <p:spPr>
          <a:xfrm>
            <a:off x="7717536" y="4297680"/>
            <a:ext cx="0" cy="402336"/>
          </a:xfrm>
          <a:prstGeom prst="line">
            <a:avLst/>
          </a:prstGeom>
          <a:ln w="19050">
            <a:solidFill>
              <a:srgbClr val="C9A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Arrow 95"/>
          <p:cNvCxnSpPr/>
          <p:nvPr/>
        </p:nvCxnSpPr>
        <p:spPr>
          <a:xfrm flipH="1">
            <a:off x="2432304" y="5029200"/>
            <a:ext cx="192024" cy="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Shape 96"/>
          <p:cNvSpPr/>
          <p:nvPr/>
        </p:nvSpPr>
        <p:spPr>
          <a:xfrm>
            <a:off x="8915400" y="1161288"/>
            <a:ext cx="28620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 97"/>
          <p:cNvSpPr txBox="1"/>
          <p:nvPr/>
        </p:nvSpPr>
        <p:spPr>
          <a:xfrm>
            <a:off x="9006840" y="1161288"/>
            <a:ext cx="267919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00" b="1" i="0" spc="150">
                <a:solidFill>
                  <a:srgbClr val="FFFFFF"/>
                </a:solidFill>
                <a:latin typeface="Trenda IG Text"/>
              </a:rPr>
              <a:t>MARKETING CLOUD</a:t>
            </a:r>
            <a:r>
              <a:rPr sz="700" b="0" i="0">
                <a:solidFill>
                  <a:srgbClr val="BFBFBF"/>
                </a:solidFill>
                <a:latin typeface="Trenda IG Text"/>
              </a:rPr>
              <a:t>   outside the boundary</a:t>
            </a:r>
          </a:p>
        </p:txBody>
      </p:sp>
      <p:sp>
        <p:nvSpPr>
          <p:cNvPr id="99" name="Shape 98"/>
          <p:cNvSpPr/>
          <p:nvPr/>
        </p:nvSpPr>
        <p:spPr>
          <a:xfrm>
            <a:off x="8915400" y="1435608"/>
            <a:ext cx="2862072" cy="4178808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Differentiator Border 100"/>
          <p:cNvSpPr/>
          <p:nvPr/>
        </p:nvSpPr>
        <p:spPr>
          <a:xfrm>
            <a:off x="9006840" y="1536192"/>
            <a:ext cx="2679191" cy="1481328"/>
          </a:xfrm>
          <a:prstGeom prst="rect">
            <a:avLst/>
          </a:prstGeom>
          <a:gradFill rotWithShape="1">
            <a:gsLst>
              <a:gs pos="0">
                <a:srgbClr val="FFD700"/>
              </a:gs>
              <a:gs pos="50000">
                <a:srgbClr val="FF0069"/>
              </a:gs>
              <a:gs pos="100000">
                <a:srgbClr val="00D6F2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Shape 101"/>
          <p:cNvSpPr/>
          <p:nvPr/>
        </p:nvSpPr>
        <p:spPr>
          <a:xfrm>
            <a:off x="9043415" y="1572768"/>
            <a:ext cx="2606039" cy="1408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 102"/>
          <p:cNvSpPr txBox="1"/>
          <p:nvPr/>
        </p:nvSpPr>
        <p:spPr>
          <a:xfrm>
            <a:off x="9134855" y="1618488"/>
            <a:ext cx="2423159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50" b="1" i="0">
                <a:solidFill>
                  <a:srgbClr val="000000"/>
                </a:solidFill>
                <a:latin typeface="Trenda IG Text"/>
              </a:rPr>
              <a:t>Campaign data extension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9134855" y="1819656"/>
            <a:ext cx="24231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20" b="1" i="0">
                <a:solidFill>
                  <a:srgbClr val="000000"/>
                </a:solidFill>
                <a:latin typeface="Trenda IG Text"/>
              </a:rPr>
              <a:t>← from the activator: </a:t>
            </a:r>
            <a:r>
              <a:rPr sz="620" b="0" i="0">
                <a:solidFill>
                  <a:srgbClr val="595959"/>
                </a:solidFill>
                <a:latin typeface="Trenda IG Text"/>
              </a:rPr>
              <a:t>tokenized IDs only, nothing else</a:t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9153143" y="2029967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30" b="1" i="0">
                <a:solidFill>
                  <a:srgbClr val="000000"/>
                </a:solidFill>
                <a:latin typeface="Courier New"/>
              </a:rPr>
              <a:t>SubscriberKey</a:t>
            </a:r>
          </a:p>
        </p:txBody>
      </p:sp>
      <p:sp>
        <p:nvSpPr>
          <p:cNvPr id="105" name="Text 105"/>
          <p:cNvSpPr txBox="1"/>
          <p:nvPr/>
        </p:nvSpPr>
        <p:spPr>
          <a:xfrm>
            <a:off x="10030967" y="2029967"/>
            <a:ext cx="150875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20" b="0" i="0">
                <a:solidFill>
                  <a:srgbClr val="2B2B2B"/>
                </a:solidFill>
                <a:latin typeface="Trenda IG Text"/>
              </a:rPr>
              <a:t>member token</a:t>
            </a:r>
          </a:p>
        </p:txBody>
      </p:sp>
      <p:sp>
        <p:nvSpPr>
          <p:cNvPr id="106" name="Text 106"/>
          <p:cNvSpPr txBox="1"/>
          <p:nvPr/>
        </p:nvSpPr>
        <p:spPr>
          <a:xfrm>
            <a:off x="9153143" y="2203703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30" b="1" i="0">
                <a:solidFill>
                  <a:srgbClr val="000000"/>
                </a:solidFill>
                <a:latin typeface="Courier New"/>
              </a:rPr>
              <a:t>Channel</a:t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10030967" y="2203703"/>
            <a:ext cx="150875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20" b="0" i="0">
                <a:solidFill>
                  <a:srgbClr val="2B2B2B"/>
                </a:solidFill>
                <a:latin typeface="Trenda IG Text"/>
              </a:rPr>
              <a:t>SMS / email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9153143" y="2377439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30" b="1" i="0">
                <a:solidFill>
                  <a:srgbClr val="000000"/>
                </a:solidFill>
                <a:latin typeface="Courier New"/>
              </a:rPr>
              <a:t>Segment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10030967" y="2377439"/>
            <a:ext cx="150875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20" b="0" i="0">
                <a:solidFill>
                  <a:srgbClr val="2B2B2B"/>
                </a:solidFill>
                <a:latin typeface="Trenda IG Text"/>
              </a:rPr>
              <a:t>campaign variant</a:t>
            </a:r>
          </a:p>
        </p:txBody>
      </p:sp>
      <p:sp>
        <p:nvSpPr>
          <p:cNvPr id="110" name="Text 110"/>
          <p:cNvSpPr txBox="1"/>
          <p:nvPr/>
        </p:nvSpPr>
        <p:spPr>
          <a:xfrm>
            <a:off x="9153143" y="2551176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30" b="1" i="0">
                <a:solidFill>
                  <a:srgbClr val="000000"/>
                </a:solidFill>
                <a:latin typeface="Courier New"/>
              </a:rPr>
              <a:t>Send window</a:t>
            </a:r>
          </a:p>
        </p:txBody>
      </p:sp>
      <p:sp>
        <p:nvSpPr>
          <p:cNvPr id="111" name="Text 111"/>
          <p:cNvSpPr txBox="1"/>
          <p:nvPr/>
        </p:nvSpPr>
        <p:spPr>
          <a:xfrm>
            <a:off x="10030967" y="2551176"/>
            <a:ext cx="150875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20" b="0" i="0">
                <a:solidFill>
                  <a:srgbClr val="2B2B2B"/>
                </a:solidFill>
                <a:latin typeface="Trenda IG Text"/>
              </a:rPr>
              <a:t>send-time fields</a:t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9153143" y="2724911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30" b="1" i="0">
                <a:solidFill>
                  <a:srgbClr val="000000"/>
                </a:solidFill>
                <a:latin typeface="Courier New"/>
              </a:rPr>
              <a:t>RunID</a:t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10030967" y="2724911"/>
            <a:ext cx="150875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620" b="0" i="0">
                <a:solidFill>
                  <a:srgbClr val="2B2B2B"/>
                </a:solidFill>
                <a:latin typeface="Trenda IG Text"/>
              </a:rPr>
              <a:t>ties back to the approval</a:t>
            </a:r>
          </a:p>
        </p:txBody>
      </p:sp>
      <p:sp>
        <p:nvSpPr>
          <p:cNvPr id="114" name="Shape 114"/>
          <p:cNvSpPr/>
          <p:nvPr/>
        </p:nvSpPr>
        <p:spPr>
          <a:xfrm>
            <a:off x="9006840" y="3154680"/>
            <a:ext cx="2679191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002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9089136" y="3200400"/>
            <a:ext cx="2532887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Journey Builder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9089136" y="3392424"/>
            <a:ext cx="251459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Timing, frequency caps, variants. Consent and STOP re-checked at send.</a:t>
            </a:r>
          </a:p>
        </p:txBody>
      </p:sp>
      <p:sp>
        <p:nvSpPr>
          <p:cNvPr id="117" name="Shape 117"/>
          <p:cNvSpPr/>
          <p:nvPr/>
        </p:nvSpPr>
        <p:spPr>
          <a:xfrm>
            <a:off x="9006840" y="3813048"/>
            <a:ext cx="2679191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002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 118"/>
          <p:cNvSpPr txBox="1"/>
          <p:nvPr/>
        </p:nvSpPr>
        <p:spPr>
          <a:xfrm>
            <a:off x="9089136" y="3858768"/>
            <a:ext cx="2532887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Patient nudge · SMS or email</a:t>
            </a:r>
          </a:p>
        </p:txBody>
      </p:sp>
      <p:sp>
        <p:nvSpPr>
          <p:cNvPr id="119" name="Text 119"/>
          <p:cNvSpPr txBox="1"/>
          <p:nvPr/>
        </p:nvSpPr>
        <p:spPr>
          <a:xfrm>
            <a:off x="9089136" y="4050791"/>
            <a:ext cx="251459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No clinical wording, no identifiers in links (TCPA consent).</a:t>
            </a:r>
          </a:p>
        </p:txBody>
      </p:sp>
      <p:sp>
        <p:nvSpPr>
          <p:cNvPr id="120" name="Shape 120"/>
          <p:cNvSpPr/>
          <p:nvPr/>
        </p:nvSpPr>
        <p:spPr>
          <a:xfrm>
            <a:off x="9006840" y="4471416"/>
            <a:ext cx="2679191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002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9089136" y="4517136"/>
            <a:ext cx="2532887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60" b="1" i="0">
                <a:solidFill>
                  <a:srgbClr val="000000"/>
                </a:solidFill>
                <a:latin typeface="Trenda IG Text"/>
              </a:rPr>
              <a:t>Visit booked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9089136" y="4709159"/>
            <a:ext cx="2514599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610" b="0" i="0">
                <a:solidFill>
                  <a:srgbClr val="2B2B2B"/>
                </a:solidFill>
                <a:latin typeface="Trenda IG Text"/>
              </a:rPr>
              <a:t>Online or by phone; AWV billed as G0438 / G0439.</a:t>
            </a:r>
          </a:p>
        </p:txBody>
      </p:sp>
      <p:cxnSp>
        <p:nvCxnSpPr>
          <p:cNvPr id="123" name="Arrow 123"/>
          <p:cNvCxnSpPr/>
          <p:nvPr/>
        </p:nvCxnSpPr>
        <p:spPr>
          <a:xfrm>
            <a:off x="10346436" y="3017520"/>
            <a:ext cx="0" cy="137160"/>
          </a:xfrm>
          <a:prstGeom prst="line">
            <a:avLst/>
          </a:prstGeom>
          <a:ln w="15875">
            <a:solidFill>
              <a:srgbClr val="0027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Arrow 124"/>
          <p:cNvCxnSpPr/>
          <p:nvPr/>
        </p:nvCxnSpPr>
        <p:spPr>
          <a:xfrm>
            <a:off x="10346436" y="3703320"/>
            <a:ext cx="0" cy="109728"/>
          </a:xfrm>
          <a:prstGeom prst="line">
            <a:avLst/>
          </a:prstGeom>
          <a:ln w="15875">
            <a:solidFill>
              <a:srgbClr val="0027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Arrow 125"/>
          <p:cNvCxnSpPr/>
          <p:nvPr/>
        </p:nvCxnSpPr>
        <p:spPr>
          <a:xfrm>
            <a:off x="10346436" y="4361688"/>
            <a:ext cx="0" cy="109728"/>
          </a:xfrm>
          <a:prstGeom prst="line">
            <a:avLst/>
          </a:prstGeom>
          <a:ln w="15875">
            <a:solidFill>
              <a:srgbClr val="0027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Arrow 126"/>
          <p:cNvCxnSpPr/>
          <p:nvPr/>
        </p:nvCxnSpPr>
        <p:spPr>
          <a:xfrm>
            <a:off x="8659368" y="5029200"/>
            <a:ext cx="173736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Arrow 127"/>
          <p:cNvCxnSpPr/>
          <p:nvPr/>
        </p:nvCxnSpPr>
        <p:spPr>
          <a:xfrm flipV="1">
            <a:off x="8833104" y="2240280"/>
            <a:ext cx="0" cy="278892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Arrow 128"/>
          <p:cNvCxnSpPr/>
          <p:nvPr/>
        </p:nvCxnSpPr>
        <p:spPr>
          <a:xfrm>
            <a:off x="8833104" y="2240280"/>
            <a:ext cx="173736" cy="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Arrow 129"/>
          <p:cNvCxnSpPr/>
          <p:nvPr/>
        </p:nvCxnSpPr>
        <p:spPr>
          <a:xfrm>
            <a:off x="10346436" y="5020056"/>
            <a:ext cx="0" cy="448056"/>
          </a:xfrm>
          <a:prstGeom prst="line">
            <a:avLst/>
          </a:prstGeom>
          <a:ln w="22225">
            <a:solidFill>
              <a:srgbClr val="56E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Arrow 130"/>
          <p:cNvCxnSpPr/>
          <p:nvPr/>
        </p:nvCxnSpPr>
        <p:spPr>
          <a:xfrm flipH="1">
            <a:off x="3566160" y="5468112"/>
            <a:ext cx="6780276" cy="0"/>
          </a:xfrm>
          <a:prstGeom prst="line">
            <a:avLst/>
          </a:prstGeom>
          <a:ln w="22225">
            <a:solidFill>
              <a:srgbClr val="56E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Arrow 131"/>
          <p:cNvCxnSpPr/>
          <p:nvPr/>
        </p:nvCxnSpPr>
        <p:spPr>
          <a:xfrm flipV="1">
            <a:off x="3566160" y="5358383"/>
            <a:ext cx="0" cy="109729"/>
          </a:xfrm>
          <a:prstGeom prst="line">
            <a:avLst/>
          </a:prstGeom>
          <a:ln w="22225">
            <a:solidFill>
              <a:srgbClr val="56E1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Shape 132"/>
          <p:cNvSpPr/>
          <p:nvPr/>
        </p:nvSpPr>
        <p:spPr>
          <a:xfrm>
            <a:off x="4846320" y="5390388"/>
            <a:ext cx="1874519" cy="155448"/>
          </a:xfrm>
          <a:prstGeom prst="roundRect">
            <a:avLst>
              <a:gd name="adj" fmla="val 50000"/>
            </a:avLst>
          </a:prstGeom>
          <a:solidFill>
            <a:srgbClr val="56E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4846320" y="5390388"/>
            <a:ext cx="187451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60" b="1" i="0" spc="60">
                <a:solidFill>
                  <a:srgbClr val="FFFFFF"/>
                </a:solidFill>
                <a:latin typeface="Trenda IG Text"/>
              </a:rPr>
              <a:t>← BOOKED VISITS BACK INSIDE</a:t>
            </a:r>
          </a:p>
        </p:txBody>
      </p:sp>
      <p:sp>
        <p:nvSpPr>
          <p:cNvPr id="134" name="Text 134"/>
          <p:cNvSpPr txBox="1"/>
          <p:nvPr/>
        </p:nvSpPr>
        <p:spPr>
          <a:xfrm>
            <a:off x="411480" y="5705856"/>
            <a:ext cx="1234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00" b="1" i="0" spc="150">
                <a:solidFill>
                  <a:srgbClr val="000000"/>
                </a:solidFill>
                <a:latin typeface="Trenda IG Text"/>
              </a:rPr>
              <a:t>BUILT-IN</a:t>
            </a:r>
          </a:p>
          <a:p>
            <a:r>
              <a:rPr sz="700" b="1" i="0" spc="150">
                <a:solidFill>
                  <a:srgbClr val="000000"/>
                </a:solidFill>
                <a:latin typeface="Trenda IG Text"/>
              </a:rPr>
              <a:t>CONTROLS</a:t>
            </a:r>
          </a:p>
        </p:txBody>
      </p:sp>
      <p:sp>
        <p:nvSpPr>
          <p:cNvPr id="135" name="Shape 135"/>
          <p:cNvSpPr/>
          <p:nvPr/>
        </p:nvSpPr>
        <p:spPr>
          <a:xfrm>
            <a:off x="1691640" y="5705856"/>
            <a:ext cx="16047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56E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Shape 136"/>
          <p:cNvSpPr/>
          <p:nvPr/>
        </p:nvSpPr>
        <p:spPr>
          <a:xfrm>
            <a:off x="1691640" y="5705856"/>
            <a:ext cx="45720" cy="548640"/>
          </a:xfrm>
          <a:prstGeom prst="rect">
            <a:avLst/>
          </a:prstGeom>
          <a:solidFill>
            <a:srgbClr val="56E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1801368" y="5751576"/>
            <a:ext cx="14401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700" b="1" i="0">
                <a:solidFill>
                  <a:srgbClr val="000000"/>
                </a:solidFill>
                <a:latin typeface="Trenda IG Text"/>
              </a:rPr>
              <a:t>Steward approval first</a:t>
            </a:r>
          </a:p>
          <a:p>
            <a:pPr>
              <a:spcAft>
                <a:spcPts val="100"/>
              </a:spcAft>
            </a:pPr>
            <a:r>
              <a:rPr sz="610" b="0" i="0">
                <a:solidFill>
                  <a:srgbClr val="595959"/>
                </a:solidFill>
                <a:latin typeface="Trenda IG Text"/>
              </a:rPr>
              <a:t>no policy before Collibra sign-off</a:t>
            </a:r>
          </a:p>
        </p:txBody>
      </p:sp>
      <p:sp>
        <p:nvSpPr>
          <p:cNvPr id="138" name="Shape 138"/>
          <p:cNvSpPr/>
          <p:nvPr/>
        </p:nvSpPr>
        <p:spPr>
          <a:xfrm>
            <a:off x="3387852" y="5705856"/>
            <a:ext cx="16047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56E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Shape 139"/>
          <p:cNvSpPr/>
          <p:nvPr/>
        </p:nvSpPr>
        <p:spPr>
          <a:xfrm>
            <a:off x="3387852" y="5705856"/>
            <a:ext cx="45720" cy="548640"/>
          </a:xfrm>
          <a:prstGeom prst="rect">
            <a:avLst/>
          </a:prstGeom>
          <a:solidFill>
            <a:srgbClr val="56E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 140"/>
          <p:cNvSpPr txBox="1"/>
          <p:nvPr/>
        </p:nvSpPr>
        <p:spPr>
          <a:xfrm>
            <a:off x="3497580" y="5751576"/>
            <a:ext cx="14401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700" b="1" i="0">
                <a:solidFill>
                  <a:srgbClr val="000000"/>
                </a:solidFill>
                <a:latin typeface="Trenda IG Text"/>
              </a:rPr>
              <a:t>Dry run before apply</a:t>
            </a:r>
          </a:p>
          <a:p>
            <a:pPr>
              <a:spcAft>
                <a:spcPts val="100"/>
              </a:spcAft>
            </a:pPr>
            <a:r>
              <a:rPr sz="610" b="0" i="0">
                <a:solidFill>
                  <a:srgbClr val="595959"/>
                </a:solidFill>
                <a:latin typeface="Trenda IG Text"/>
              </a:rPr>
              <a:t>every run can report without changing</a:t>
            </a:r>
          </a:p>
        </p:txBody>
      </p:sp>
      <p:sp>
        <p:nvSpPr>
          <p:cNvPr id="141" name="Shape 141"/>
          <p:cNvSpPr/>
          <p:nvPr/>
        </p:nvSpPr>
        <p:spPr>
          <a:xfrm>
            <a:off x="5084064" y="5705856"/>
            <a:ext cx="16047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56E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Shape 142"/>
          <p:cNvSpPr/>
          <p:nvPr/>
        </p:nvSpPr>
        <p:spPr>
          <a:xfrm>
            <a:off x="5084064" y="5705856"/>
            <a:ext cx="45720" cy="548640"/>
          </a:xfrm>
          <a:prstGeom prst="rect">
            <a:avLst/>
          </a:prstGeom>
          <a:solidFill>
            <a:srgbClr val="56E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 143"/>
          <p:cNvSpPr txBox="1"/>
          <p:nvPr/>
        </p:nvSpPr>
        <p:spPr>
          <a:xfrm>
            <a:off x="5193792" y="5751576"/>
            <a:ext cx="14401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700" b="1" i="0">
                <a:solidFill>
                  <a:srgbClr val="000000"/>
                </a:solidFill>
                <a:latin typeface="Trenda IG Text"/>
              </a:rPr>
              <a:t>Human-gated promotion</a:t>
            </a:r>
          </a:p>
          <a:p>
            <a:pPr>
              <a:spcAft>
                <a:spcPts val="100"/>
              </a:spcAft>
            </a:pPr>
            <a:r>
              <a:rPr sz="610" b="0" i="0">
                <a:solidFill>
                  <a:srgbClr val="595959"/>
                </a:solidFill>
                <a:latin typeface="Trenda IG Text"/>
              </a:rPr>
              <a:t>project by project; never self-promotes</a:t>
            </a:r>
          </a:p>
        </p:txBody>
      </p:sp>
      <p:sp>
        <p:nvSpPr>
          <p:cNvPr id="144" name="Shape 144"/>
          <p:cNvSpPr/>
          <p:nvPr/>
        </p:nvSpPr>
        <p:spPr>
          <a:xfrm>
            <a:off x="6780276" y="5705856"/>
            <a:ext cx="16047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56E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Shape 145"/>
          <p:cNvSpPr/>
          <p:nvPr/>
        </p:nvSpPr>
        <p:spPr>
          <a:xfrm>
            <a:off x="6780276" y="5705856"/>
            <a:ext cx="45720" cy="548640"/>
          </a:xfrm>
          <a:prstGeom prst="rect">
            <a:avLst/>
          </a:prstGeom>
          <a:solidFill>
            <a:srgbClr val="56E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 146"/>
          <p:cNvSpPr txBox="1"/>
          <p:nvPr/>
        </p:nvSpPr>
        <p:spPr>
          <a:xfrm>
            <a:off x="6890004" y="5751576"/>
            <a:ext cx="14401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700" b="1" i="0">
                <a:solidFill>
                  <a:srgbClr val="000000"/>
                </a:solidFill>
                <a:latin typeface="Trenda IG Text"/>
              </a:rPr>
              <a:t>Auditable bindings</a:t>
            </a:r>
          </a:p>
          <a:p>
            <a:pPr>
              <a:spcAft>
                <a:spcPts val="100"/>
              </a:spcAft>
            </a:pPr>
            <a:r>
              <a:rPr sz="610" b="0" i="0">
                <a:solidFill>
                  <a:srgbClr val="595959"/>
                </a:solidFill>
                <a:latin typeface="Trenda IG Text"/>
              </a:rPr>
              <a:t>each policy recorded and verified</a:t>
            </a:r>
          </a:p>
        </p:txBody>
      </p:sp>
      <p:sp>
        <p:nvSpPr>
          <p:cNvPr id="147" name="Shape 147"/>
          <p:cNvSpPr/>
          <p:nvPr/>
        </p:nvSpPr>
        <p:spPr>
          <a:xfrm>
            <a:off x="8476488" y="5705856"/>
            <a:ext cx="16047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A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Shape 148"/>
          <p:cNvSpPr/>
          <p:nvPr/>
        </p:nvSpPr>
        <p:spPr>
          <a:xfrm>
            <a:off x="8476488" y="5705856"/>
            <a:ext cx="45720" cy="548640"/>
          </a:xfrm>
          <a:prstGeom prst="rect">
            <a:avLst/>
          </a:prstGeom>
          <a:solidFill>
            <a:srgbClr val="C9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 149"/>
          <p:cNvSpPr txBox="1"/>
          <p:nvPr/>
        </p:nvSpPr>
        <p:spPr>
          <a:xfrm>
            <a:off x="8586216" y="5751576"/>
            <a:ext cx="14401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700" b="1" i="0">
                <a:solidFill>
                  <a:srgbClr val="000000"/>
                </a:solidFill>
                <a:latin typeface="Trenda IG Text"/>
              </a:rPr>
              <a:t>Named approver</a:t>
            </a:r>
          </a:p>
          <a:p>
            <a:pPr>
              <a:spcAft>
                <a:spcPts val="100"/>
              </a:spcAft>
            </a:pPr>
            <a:r>
              <a:rPr sz="610" b="0" i="0">
                <a:solidFill>
                  <a:srgbClr val="595959"/>
                </a:solidFill>
                <a:latin typeface="Trenda IG Text"/>
              </a:rPr>
              <a:t>Looker approval before any send</a:t>
            </a:r>
          </a:p>
        </p:txBody>
      </p:sp>
      <p:sp>
        <p:nvSpPr>
          <p:cNvPr id="150" name="Shape 150"/>
          <p:cNvSpPr/>
          <p:nvPr/>
        </p:nvSpPr>
        <p:spPr>
          <a:xfrm>
            <a:off x="10172700" y="5705856"/>
            <a:ext cx="16047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A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Shape 151"/>
          <p:cNvSpPr/>
          <p:nvPr/>
        </p:nvSpPr>
        <p:spPr>
          <a:xfrm>
            <a:off x="10172700" y="5705856"/>
            <a:ext cx="45720" cy="548640"/>
          </a:xfrm>
          <a:prstGeom prst="rect">
            <a:avLst/>
          </a:prstGeom>
          <a:solidFill>
            <a:srgbClr val="C9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 152"/>
          <p:cNvSpPr txBox="1"/>
          <p:nvPr/>
        </p:nvSpPr>
        <p:spPr>
          <a:xfrm>
            <a:off x="10282428" y="5751576"/>
            <a:ext cx="14401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700" b="1" i="0">
                <a:solidFill>
                  <a:srgbClr val="000000"/>
                </a:solidFill>
                <a:latin typeface="Trenda IG Text"/>
              </a:rPr>
              <a:t>Minimum necessary</a:t>
            </a:r>
          </a:p>
          <a:p>
            <a:pPr>
              <a:spcAft>
                <a:spcPts val="100"/>
              </a:spcAft>
            </a:pPr>
            <a:r>
              <a:rPr sz="610" b="0" i="0">
                <a:solidFill>
                  <a:srgbClr val="595959"/>
                </a:solidFill>
                <a:latin typeface="Trenda IG Text"/>
              </a:rPr>
              <a:t>tokenized fields only to Marketing Cloud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nsight Global">
      <a:dk1>
        <a:srgbClr val="000000"/>
      </a:dk1>
      <a:lt1>
        <a:srgbClr val="FFFFFF"/>
      </a:lt1>
      <a:dk2>
        <a:srgbClr val="00273B"/>
      </a:dk2>
      <a:lt2>
        <a:srgbClr val="F2F2F2"/>
      </a:lt2>
      <a:accent1>
        <a:srgbClr val="00D6F2"/>
      </a:accent1>
      <a:accent2>
        <a:srgbClr val="FFD700"/>
      </a:accent2>
      <a:accent3>
        <a:srgbClr val="FF0069"/>
      </a:accent3>
      <a:accent4>
        <a:srgbClr val="FA8B35"/>
      </a:accent4>
      <a:accent5>
        <a:srgbClr val="4527A0"/>
      </a:accent5>
      <a:accent6>
        <a:srgbClr val="56E13B"/>
      </a:accent6>
      <a:hlink>
        <a:srgbClr val="FF0069"/>
      </a:hlink>
      <a:folHlink>
        <a:srgbClr val="D214AA"/>
      </a:folHlink>
    </a:clrScheme>
    <a:fontScheme name="Insight Global">
      <a:majorFont>
        <a:latin typeface="Trenda IG Tex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nda IG Text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nda IG Display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nda IG Text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Trenda IG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nda IG Text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21450</Words>
  <Application>Microsoft Office PowerPoint</Application>
  <PresentationFormat>Widescreen</PresentationFormat>
  <Paragraphs>2663</Paragraphs>
  <Slides>36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Arial</vt:lpstr>
      <vt:lpstr>Calibri</vt:lpstr>
      <vt:lpstr>Courier New</vt:lpstr>
      <vt:lpstr>Trenda IG Text</vt:lpstr>
      <vt:lpstr>Trenda IG Text Light</vt:lpstr>
      <vt:lpstr>Trenda IG Text Semibold</vt:lpstr>
      <vt:lpstr>Office Theme</vt:lpstr>
      <vt:lpstr>1_Office Theme</vt:lpstr>
      <vt:lpstr>Ascension AGENTIC HARNESS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Ascension Network Services - Engineering Context Knowledge Graph Architecture</dc:title>
  <dc:subject>PptxGenJS Presentation</dc:subject>
  <dc:creator>InsightGlobal</dc:creator>
  <cp:lastModifiedBy>Surya Chinta</cp:lastModifiedBy>
  <cp:revision>1</cp:revision>
  <dcterms:created xsi:type="dcterms:W3CDTF">2026-09-09T12:37:24Z</dcterms:created>
  <dcterms:modified xsi:type="dcterms:W3CDTF">2026-10-14T07:17:18Z</dcterms:modified>
</cp:coreProperties>
</file>