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3" r:id="rId2"/>
  </p:sldMasterIdLst>
  <p:notesMasterIdLst>
    <p:notesMasterId r:id="rId39"/>
  </p:notesMasterIdLst>
  <p:sldIdLst>
    <p:sldId id="256" r:id="rId10"/>
    <p:sldId id="257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D7C935-1B6D-4E44-B47C-046E66B68172}" v="1" dt="2026-10-13T08:50:07.235"/>
    <p1510:client id="{D6061613-E3FA-45E3-B0BC-0BB213BEA706}" v="115" dt="2026-10-14T07:17:09.485"/>
    <p1510:client id="{FAAA239D-A7E8-691F-9086-0568C33ECAC9}" v="1" dt="2026-10-13T12:39:32.0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7386" autoAdjust="0"/>
  </p:normalViewPr>
  <p:slideViewPr>
    <p:cSldViewPr snapToGrid="0">
      <p:cViewPr>
        <p:scale>
          <a:sx n="80" d="100"/>
          <a:sy n="80" d="100"/>
        </p:scale>
        <p:origin x="62" y="3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Relationship Id="rId44" Type="http://schemas.microsoft.com/office/2016/11/relationships/changesInfo" Target="changesInfos/changesInfo1.xml"/><Relationship Id="rId45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deep Kandiraju" userId="S::sandeep.kandiraju@insightglobal.com::73c9edc8-56ca-4b73-b526-6c8c5936bb95" providerId="AD" clId="Web-{FAAA239D-A7E8-691F-9086-0568C33ECAC9}"/>
    <pc:docChg chg="delSld">
      <pc:chgData name="Sandeep Kandiraju" userId="S::sandeep.kandiraju@insightglobal.com::73c9edc8-56ca-4b73-b526-6c8c5936bb95" providerId="AD" clId="Web-{FAAA239D-A7E8-691F-9086-0568C33ECAC9}" dt="2026-10-13T12:39:32.049" v="0"/>
      <pc:docMkLst>
        <pc:docMk/>
      </pc:docMkLst>
      <pc:sldChg chg="del">
        <pc:chgData name="Sandeep Kandiraju" userId="S::sandeep.kandiraju@insightglobal.com::73c9edc8-56ca-4b73-b526-6c8c5936bb95" providerId="AD" clId="Web-{FAAA239D-A7E8-691F-9086-0568C33ECAC9}" dt="2026-10-13T12:39:32.049" v="0"/>
        <pc:sldMkLst>
          <pc:docMk/>
          <pc:sldMk cId="0" sldId="329"/>
        </pc:sldMkLst>
      </pc:sldChg>
    </pc:docChg>
  </pc:docChgLst>
  <pc:docChgLst>
    <pc:chgData name="Surya Chinta" userId="41ee6f01-053e-4268-a09b-364f54be2fbe" providerId="ADAL" clId="{E5143D04-8900-4457-BE49-945FECC57414}"/>
    <pc:docChg chg="undo custSel addSld delSld modSld sldOrd">
      <pc:chgData name="Surya Chinta" userId="41ee6f01-053e-4268-a09b-364f54be2fbe" providerId="ADAL" clId="{E5143D04-8900-4457-BE49-945FECC57414}" dt="2026-10-14T07:17:09.485" v="319"/>
      <pc:docMkLst>
        <pc:docMk/>
      </pc:docMkLst>
      <pc:sldChg chg="ord">
        <pc:chgData name="Surya Chinta" userId="41ee6f01-053e-4268-a09b-364f54be2fbe" providerId="ADAL" clId="{E5143D04-8900-4457-BE49-945FECC57414}" dt="2026-10-11T03:43:17.463" v="85"/>
        <pc:sldMkLst>
          <pc:docMk/>
          <pc:sldMk cId="0" sldId="257"/>
        </pc:sldMkLst>
      </pc:sldChg>
      <pc:sldChg chg="ord">
        <pc:chgData name="Surya Chinta" userId="41ee6f01-053e-4268-a09b-364f54be2fbe" providerId="ADAL" clId="{E5143D04-8900-4457-BE49-945FECC57414}" dt="2026-10-11T03:43:17.463" v="85"/>
        <pc:sldMkLst>
          <pc:docMk/>
          <pc:sldMk cId="0" sldId="258"/>
        </pc:sldMkLst>
      </pc:sldChg>
      <pc:sldChg chg="modSp mod">
        <pc:chgData name="Surya Chinta" userId="41ee6f01-053e-4268-a09b-364f54be2fbe" providerId="ADAL" clId="{E5143D04-8900-4457-BE49-945FECC57414}" dt="2026-10-13T03:22:34.188" v="124" actId="6549"/>
        <pc:sldMkLst>
          <pc:docMk/>
          <pc:sldMk cId="3603168410" sldId="318"/>
        </pc:sldMkLst>
        <pc:spChg chg="mod">
          <ac:chgData name="Surya Chinta" userId="41ee6f01-053e-4268-a09b-364f54be2fbe" providerId="ADAL" clId="{E5143D04-8900-4457-BE49-945FECC57414}" dt="2026-10-13T03:22:34.188" v="124" actId="6549"/>
          <ac:spMkLst>
            <pc:docMk/>
            <pc:sldMk cId="3603168410" sldId="318"/>
            <ac:spMk id="2" creationId="{4EA92DF6-3BED-B26E-DE34-1D5A049BE760}"/>
          </ac:spMkLst>
        </pc:spChg>
        <pc:spChg chg="mod">
          <ac:chgData name="Surya Chinta" userId="41ee6f01-053e-4268-a09b-364f54be2fbe" providerId="ADAL" clId="{E5143D04-8900-4457-BE49-945FECC57414}" dt="2026-10-13T03:22:23.260" v="100"/>
          <ac:spMkLst>
            <pc:docMk/>
            <pc:sldMk cId="3603168410" sldId="318"/>
            <ac:spMk id="8" creationId="{D6B1835E-2C04-5EC5-9045-B9B64D0E8440}"/>
          </ac:spMkLst>
        </pc:spChg>
        <pc:spChg chg="mod">
          <ac:chgData name="Surya Chinta" userId="41ee6f01-053e-4268-a09b-364f54be2fbe" providerId="ADAL" clId="{E5143D04-8900-4457-BE49-945FECC57414}" dt="2026-10-13T03:22:06.748" v="99" actId="20577"/>
          <ac:spMkLst>
            <pc:docMk/>
            <pc:sldMk cId="3603168410" sldId="318"/>
            <ac:spMk id="11" creationId="{3CC066D7-8386-587D-D5CA-A9B0917A0A6A}"/>
          </ac:spMkLst>
        </pc:spChg>
      </pc:sldChg>
      <pc:sldChg chg="modSp">
        <pc:chgData name="Surya Chinta" userId="41ee6f01-053e-4268-a09b-364f54be2fbe" providerId="ADAL" clId="{E5143D04-8900-4457-BE49-945FECC57414}" dt="2026-10-13T03:28:34.048" v="185"/>
        <pc:sldMkLst>
          <pc:docMk/>
          <pc:sldMk cId="0" sldId="319"/>
        </pc:sldMkLst>
        <pc:spChg chg="mod">
          <ac:chgData name="Surya Chinta" userId="41ee6f01-053e-4268-a09b-364f54be2fbe" providerId="ADAL" clId="{E5143D04-8900-4457-BE49-945FECC57414}" dt="2026-10-13T03:28:34.048" v="185"/>
          <ac:spMkLst>
            <pc:docMk/>
            <pc:sldMk cId="0" sldId="319"/>
            <ac:spMk id="192" creationId="{00000000-0000-0000-0000-000000000000}"/>
          </ac:spMkLst>
        </pc:spChg>
      </pc:sldChg>
      <pc:sldChg chg="add ord setBg">
        <pc:chgData name="Surya Chinta" userId="41ee6f01-053e-4268-a09b-364f54be2fbe" providerId="ADAL" clId="{E5143D04-8900-4457-BE49-945FECC57414}" dt="2026-10-11T03:43:17.463" v="85"/>
        <pc:sldMkLst>
          <pc:docMk/>
          <pc:sldMk cId="0" sldId="320"/>
        </pc:sldMkLst>
      </pc:sldChg>
      <pc:sldChg chg="add ord setBg">
        <pc:chgData name="Surya Chinta" userId="41ee6f01-053e-4268-a09b-364f54be2fbe" providerId="ADAL" clId="{E5143D04-8900-4457-BE49-945FECC57414}" dt="2026-10-11T03:43:17.463" v="85"/>
        <pc:sldMkLst>
          <pc:docMk/>
          <pc:sldMk cId="0" sldId="321"/>
        </pc:sldMkLst>
      </pc:sldChg>
      <pc:sldChg chg="add ord setBg">
        <pc:chgData name="Surya Chinta" userId="41ee6f01-053e-4268-a09b-364f54be2fbe" providerId="ADAL" clId="{E5143D04-8900-4457-BE49-945FECC57414}" dt="2026-10-11T03:43:17.463" v="85"/>
        <pc:sldMkLst>
          <pc:docMk/>
          <pc:sldMk cId="0" sldId="322"/>
        </pc:sldMkLst>
      </pc:sldChg>
      <pc:sldChg chg="addSp delSp modSp mod modNotes modNotesTx">
        <pc:chgData name="Surya Chinta" userId="41ee6f01-053e-4268-a09b-364f54be2fbe" providerId="ADAL" clId="{E5143D04-8900-4457-BE49-945FECC57414}" dt="2026-10-13T10:58:19.500" v="265" actId="767"/>
        <pc:sldMkLst>
          <pc:docMk/>
          <pc:sldMk cId="0" sldId="323"/>
        </pc:sldMkLst>
        <pc:spChg chg="mod">
          <ac:chgData name="Surya Chinta" userId="41ee6f01-053e-4268-a09b-364f54be2fbe" providerId="ADAL" clId="{E5143D04-8900-4457-BE49-945FECC57414}" dt="2026-10-13T03:23:44.191" v="129"/>
          <ac:spMkLst>
            <pc:docMk/>
            <pc:sldMk cId="0" sldId="323"/>
            <ac:spMk id="2" creationId="{00000000-0000-0000-0000-000000000000}"/>
          </ac:spMkLst>
        </pc:spChg>
        <pc:spChg chg="add del mod">
          <ac:chgData name="Surya Chinta" userId="41ee6f01-053e-4268-a09b-364f54be2fbe" providerId="ADAL" clId="{E5143D04-8900-4457-BE49-945FECC57414}" dt="2026-10-13T10:58:19.500" v="265" actId="767"/>
          <ac:spMkLst>
            <pc:docMk/>
            <pc:sldMk cId="0" sldId="323"/>
            <ac:spMk id="101" creationId="{9D224369-A1F1-48FA-2872-027FA25AA213}"/>
          </ac:spMkLst>
        </pc:spChg>
      </pc:sldChg>
      <pc:sldChg chg="modSp mod modNotes modNotesTx">
        <pc:chgData name="Surya Chinta" userId="41ee6f01-053e-4268-a09b-364f54be2fbe" providerId="ADAL" clId="{E5143D04-8900-4457-BE49-945FECC57414}" dt="2026-10-14T07:14:51.121" v="316"/>
        <pc:sldMkLst>
          <pc:docMk/>
          <pc:sldMk cId="0" sldId="324"/>
        </pc:sldMkLst>
        <pc:spChg chg="mod">
          <ac:chgData name="Surya Chinta" userId="41ee6f01-053e-4268-a09b-364f54be2fbe" providerId="ADAL" clId="{E5143D04-8900-4457-BE49-945FECC57414}" dt="2026-10-13T03:33:07.200" v="197"/>
          <ac:spMkLst>
            <pc:docMk/>
            <pc:sldMk cId="0" sldId="324"/>
            <ac:spMk id="2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9:40.233" v="187"/>
          <ac:spMkLst>
            <pc:docMk/>
            <pc:sldMk cId="0" sldId="324"/>
            <ac:spMk id="3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4T07:14:51.121" v="316"/>
          <ac:spMkLst>
            <pc:docMk/>
            <pc:sldMk cId="0" sldId="324"/>
            <ac:spMk id="74" creationId="{00000000-0000-0000-0000-000000000000}"/>
          </ac:spMkLst>
        </pc:spChg>
      </pc:sldChg>
      <pc:sldChg chg="modSp mod modNotes modNotesTx">
        <pc:chgData name="Surya Chinta" userId="41ee6f01-053e-4268-a09b-364f54be2fbe" providerId="ADAL" clId="{E5143D04-8900-4457-BE49-945FECC57414}" dt="2026-10-14T07:14:45.178" v="315"/>
        <pc:sldMkLst>
          <pc:docMk/>
          <pc:sldMk cId="0" sldId="325"/>
        </pc:sldMkLst>
        <pc:spChg chg="mod">
          <ac:chgData name="Surya Chinta" userId="41ee6f01-053e-4268-a09b-364f54be2fbe" providerId="ADAL" clId="{E5143D04-8900-4457-BE49-945FECC57414}" dt="2026-10-13T03:33:30.591" v="198"/>
          <ac:spMkLst>
            <pc:docMk/>
            <pc:sldMk cId="0" sldId="325"/>
            <ac:spMk id="2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9:48.285" v="190" actId="14100"/>
          <ac:spMkLst>
            <pc:docMk/>
            <pc:sldMk cId="0" sldId="325"/>
            <ac:spMk id="3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4T07:14:16.018" v="314" actId="20577"/>
          <ac:spMkLst>
            <pc:docMk/>
            <pc:sldMk cId="0" sldId="325"/>
            <ac:spMk id="7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4T07:14:45.178" v="315"/>
          <ac:spMkLst>
            <pc:docMk/>
            <pc:sldMk cId="0" sldId="325"/>
            <ac:spMk id="74" creationId="{00000000-0000-0000-0000-000000000000}"/>
          </ac:spMkLst>
        </pc:spChg>
      </pc:sldChg>
      <pc:sldChg chg="modSp modNotesTx">
        <pc:chgData name="Surya Chinta" userId="41ee6f01-053e-4268-a09b-364f54be2fbe" providerId="ADAL" clId="{E5143D04-8900-4457-BE49-945FECC57414}" dt="2026-10-13T04:22:22.021" v="251" actId="6549"/>
        <pc:sldMkLst>
          <pc:docMk/>
          <pc:sldMk cId="0" sldId="326"/>
        </pc:sldMkLst>
        <pc:spChg chg="mod">
          <ac:chgData name="Surya Chinta" userId="41ee6f01-053e-4268-a09b-364f54be2fbe" providerId="ADAL" clId="{E5143D04-8900-4457-BE49-945FECC57414}" dt="2026-10-13T03:34:02.933" v="201"/>
          <ac:spMkLst>
            <pc:docMk/>
            <pc:sldMk cId="0" sldId="326"/>
            <ac:spMk id="2" creationId="{00000000-0000-0000-0000-000000000000}"/>
          </ac:spMkLst>
        </pc:spChg>
        <pc:graphicFrameChg chg="mod">
          <ac:chgData name="Surya Chinta" userId="41ee6f01-053e-4268-a09b-364f54be2fbe" providerId="ADAL" clId="{E5143D04-8900-4457-BE49-945FECC57414}" dt="2026-10-13T03:28:34.048" v="185"/>
          <ac:graphicFrameMkLst>
            <pc:docMk/>
            <pc:sldMk cId="0" sldId="326"/>
            <ac:graphicFrameMk id="42" creationId="{00000000-0000-0000-0000-000000000000}"/>
          </ac:graphicFrameMkLst>
        </pc:graphicFrameChg>
      </pc:sldChg>
      <pc:sldChg chg="modSp add ord setBg modNotes modNotesTx">
        <pc:chgData name="Surya Chinta" userId="41ee6f01-053e-4268-a09b-364f54be2fbe" providerId="ADAL" clId="{E5143D04-8900-4457-BE49-945FECC57414}" dt="2026-10-14T07:16:00.554" v="318"/>
        <pc:sldMkLst>
          <pc:docMk/>
          <pc:sldMk cId="0" sldId="327"/>
        </pc:sldMkLst>
        <pc:spChg chg="mod">
          <ac:chgData name="Surya Chinta" userId="41ee6f01-053e-4268-a09b-364f54be2fbe" providerId="ADAL" clId="{E5143D04-8900-4457-BE49-945FECC57414}" dt="2026-10-13T03:33:41.285" v="199"/>
          <ac:spMkLst>
            <pc:docMk/>
            <pc:sldMk cId="0" sldId="327"/>
            <ac:spMk id="2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8:34.048" v="185"/>
          <ac:spMkLst>
            <pc:docMk/>
            <pc:sldMk cId="0" sldId="327"/>
            <ac:spMk id="4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8:34.048" v="185"/>
          <ac:spMkLst>
            <pc:docMk/>
            <pc:sldMk cId="0" sldId="327"/>
            <ac:spMk id="6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8:34.048" v="185"/>
          <ac:spMkLst>
            <pc:docMk/>
            <pc:sldMk cId="0" sldId="327"/>
            <ac:spMk id="69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8:34.048" v="185"/>
          <ac:spMkLst>
            <pc:docMk/>
            <pc:sldMk cId="0" sldId="327"/>
            <ac:spMk id="80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8:34.048" v="185"/>
          <ac:spMkLst>
            <pc:docMk/>
            <pc:sldMk cId="0" sldId="327"/>
            <ac:spMk id="84" creationId="{00000000-0000-0000-0000-000000000000}"/>
          </ac:spMkLst>
        </pc:spChg>
      </pc:sldChg>
      <pc:sldChg chg="modSp add ord setBg modNotes modNotesTx">
        <pc:chgData name="Surya Chinta" userId="41ee6f01-053e-4268-a09b-364f54be2fbe" providerId="ADAL" clId="{E5143D04-8900-4457-BE49-945FECC57414}" dt="2026-10-14T07:16:00.554" v="318"/>
        <pc:sldMkLst>
          <pc:docMk/>
          <pc:sldMk cId="0" sldId="328"/>
        </pc:sldMkLst>
        <pc:spChg chg="mod">
          <ac:chgData name="Surya Chinta" userId="41ee6f01-053e-4268-a09b-364f54be2fbe" providerId="ADAL" clId="{E5143D04-8900-4457-BE49-945FECC57414}" dt="2026-10-13T03:33:52.276" v="200"/>
          <ac:spMkLst>
            <pc:docMk/>
            <pc:sldMk cId="0" sldId="328"/>
            <ac:spMk id="2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8:34.048" v="185"/>
          <ac:spMkLst>
            <pc:docMk/>
            <pc:sldMk cId="0" sldId="328"/>
            <ac:spMk id="4" creationId="{00000000-0000-0000-0000-000000000000}"/>
          </ac:spMkLst>
        </pc:spChg>
      </pc:sldChg>
      <pc:sldChg chg="modSp mod modNotes modNotesTx">
        <pc:chgData name="Surya Chinta" userId="41ee6f01-053e-4268-a09b-364f54be2fbe" providerId="ADAL" clId="{E5143D04-8900-4457-BE49-945FECC57414}" dt="2026-10-13T10:58:02.892" v="260" actId="1076"/>
        <pc:sldMkLst>
          <pc:docMk/>
          <pc:sldMk cId="0" sldId="329"/>
        </pc:sldMkLst>
        <pc:spChg chg="mod">
          <ac:chgData name="Surya Chinta" userId="41ee6f01-053e-4268-a09b-364f54be2fbe" providerId="ADAL" clId="{E5143D04-8900-4457-BE49-945FECC57414}" dt="2026-10-13T03:22:50.685" v="125"/>
          <ac:spMkLst>
            <pc:docMk/>
            <pc:sldMk cId="0" sldId="329"/>
            <ac:spMk id="2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3:19.005" v="128" actId="20577"/>
          <ac:spMkLst>
            <pc:docMk/>
            <pc:sldMk cId="0" sldId="329"/>
            <ac:spMk id="4" creationId="{00000000-0000-0000-0000-000000000000}"/>
          </ac:spMkLst>
        </pc:spChg>
        <pc:picChg chg="mod">
          <ac:chgData name="Surya Chinta" userId="41ee6f01-053e-4268-a09b-364f54be2fbe" providerId="ADAL" clId="{E5143D04-8900-4457-BE49-945FECC57414}" dt="2026-10-13T10:58:02.892" v="260" actId="1076"/>
          <ac:picMkLst>
            <pc:docMk/>
            <pc:sldMk cId="0" sldId="329"/>
            <ac:picMk id="28" creationId="{00000000-0000-0000-0000-000000000000}"/>
          </ac:picMkLst>
        </pc:picChg>
      </pc:sldChg>
      <pc:sldChg chg="delSp modSp mod modNotes modNotesTx">
        <pc:chgData name="Surya Chinta" userId="41ee6f01-053e-4268-a09b-364f54be2fbe" providerId="ADAL" clId="{E5143D04-8900-4457-BE49-945FECC57414}" dt="2026-10-14T07:11:16.844" v="300" actId="478"/>
        <pc:sldMkLst>
          <pc:docMk/>
          <pc:sldMk cId="0" sldId="330"/>
        </pc:sldMkLst>
        <pc:spChg chg="mod">
          <ac:chgData name="Surya Chinta" userId="41ee6f01-053e-4268-a09b-364f54be2fbe" providerId="ADAL" clId="{E5143D04-8900-4457-BE49-945FECC57414}" dt="2026-10-13T03:24:18.366" v="130"/>
          <ac:spMkLst>
            <pc:docMk/>
            <pc:sldMk cId="0" sldId="330"/>
            <ac:spMk id="2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4:23.820" v="131"/>
          <ac:spMkLst>
            <pc:docMk/>
            <pc:sldMk cId="0" sldId="330"/>
            <ac:spMk id="3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4:34.197" v="133" actId="14100"/>
          <ac:spMkLst>
            <pc:docMk/>
            <pc:sldMk cId="0" sldId="330"/>
            <ac:spMk id="15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4:45.614" v="144" actId="20577"/>
          <ac:spMkLst>
            <pc:docMk/>
            <pc:sldMk cId="0" sldId="330"/>
            <ac:spMk id="24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4:51.269" v="151" actId="20577"/>
          <ac:spMkLst>
            <pc:docMk/>
            <pc:sldMk cId="0" sldId="330"/>
            <ac:spMk id="33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4:55.363" v="158" actId="20577"/>
          <ac:spMkLst>
            <pc:docMk/>
            <pc:sldMk cId="0" sldId="330"/>
            <ac:spMk id="42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5:01.556" v="165" actId="20577"/>
          <ac:spMkLst>
            <pc:docMk/>
            <pc:sldMk cId="0" sldId="330"/>
            <ac:spMk id="65" creationId="{00000000-0000-0000-0000-000000000000}"/>
          </ac:spMkLst>
        </pc:spChg>
        <pc:spChg chg="del mod">
          <ac:chgData name="Surya Chinta" userId="41ee6f01-053e-4268-a09b-364f54be2fbe" providerId="ADAL" clId="{E5143D04-8900-4457-BE49-945FECC57414}" dt="2026-10-14T07:11:16.844" v="300" actId="478"/>
          <ac:spMkLst>
            <pc:docMk/>
            <pc:sldMk cId="0" sldId="330"/>
            <ac:spMk id="105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6:45.288" v="166"/>
          <ac:spMkLst>
            <pc:docMk/>
            <pc:sldMk cId="0" sldId="330"/>
            <ac:spMk id="108" creationId="{00000000-0000-0000-0000-000000000000}"/>
          </ac:spMkLst>
        </pc:spChg>
      </pc:sldChg>
      <pc:sldChg chg="modSp modNotes">
        <pc:chgData name="Surya Chinta" userId="41ee6f01-053e-4268-a09b-364f54be2fbe" providerId="ADAL" clId="{E5143D04-8900-4457-BE49-945FECC57414}" dt="2026-10-13T03:28:34.048" v="185"/>
        <pc:sldMkLst>
          <pc:docMk/>
          <pc:sldMk cId="0" sldId="331"/>
        </pc:sldMkLst>
        <pc:spChg chg="mod">
          <ac:chgData name="Surya Chinta" userId="41ee6f01-053e-4268-a09b-364f54be2fbe" providerId="ADAL" clId="{E5143D04-8900-4457-BE49-945FECC57414}" dt="2026-10-13T03:28:34.048" v="185"/>
          <ac:spMkLst>
            <pc:docMk/>
            <pc:sldMk cId="0" sldId="331"/>
            <ac:spMk id="2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8:34.048" v="185"/>
          <ac:spMkLst>
            <pc:docMk/>
            <pc:sldMk cId="0" sldId="331"/>
            <ac:spMk id="4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8:34.048" v="185"/>
          <ac:spMkLst>
            <pc:docMk/>
            <pc:sldMk cId="0" sldId="331"/>
            <ac:spMk id="81" creationId="{00000000-0000-0000-0000-000000000000}"/>
          </ac:spMkLst>
        </pc:spChg>
      </pc:sldChg>
      <pc:sldChg chg="modSp modNotes">
        <pc:chgData name="Surya Chinta" userId="41ee6f01-053e-4268-a09b-364f54be2fbe" providerId="ADAL" clId="{E5143D04-8900-4457-BE49-945FECC57414}" dt="2026-10-13T03:28:34.048" v="185"/>
        <pc:sldMkLst>
          <pc:docMk/>
          <pc:sldMk cId="0" sldId="332"/>
        </pc:sldMkLst>
        <pc:spChg chg="mod">
          <ac:chgData name="Surya Chinta" userId="41ee6f01-053e-4268-a09b-364f54be2fbe" providerId="ADAL" clId="{E5143D04-8900-4457-BE49-945FECC57414}" dt="2026-10-13T03:28:34.048" v="185"/>
          <ac:spMkLst>
            <pc:docMk/>
            <pc:sldMk cId="0" sldId="332"/>
            <ac:spMk id="2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8:34.048" v="185"/>
          <ac:spMkLst>
            <pc:docMk/>
            <pc:sldMk cId="0" sldId="332"/>
            <ac:spMk id="126" creationId="{00000000-0000-0000-0000-000000000000}"/>
          </ac:spMkLst>
        </pc:spChg>
      </pc:sldChg>
      <pc:sldChg chg="modSp mod ord modNotesTx">
        <pc:chgData name="Surya Chinta" userId="41ee6f01-053e-4268-a09b-364f54be2fbe" providerId="ADAL" clId="{E5143D04-8900-4457-BE49-945FECC57414}" dt="2026-10-14T07:13:57.250" v="307"/>
        <pc:sldMkLst>
          <pc:docMk/>
          <pc:sldMk cId="0" sldId="333"/>
        </pc:sldMkLst>
        <pc:spChg chg="mod">
          <ac:chgData name="Surya Chinta" userId="41ee6f01-053e-4268-a09b-364f54be2fbe" providerId="ADAL" clId="{E5143D04-8900-4457-BE49-945FECC57414}" dt="2026-10-13T03:27:27.458" v="167"/>
          <ac:spMkLst>
            <pc:docMk/>
            <pc:sldMk cId="0" sldId="333"/>
            <ac:spMk id="2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8:16.684" v="183" actId="6549"/>
          <ac:spMkLst>
            <pc:docMk/>
            <pc:sldMk cId="0" sldId="333"/>
            <ac:spMk id="4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7:37.291" v="168"/>
          <ac:spMkLst>
            <pc:docMk/>
            <pc:sldMk cId="0" sldId="333"/>
            <ac:spMk id="25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8:34.048" v="185"/>
          <ac:spMkLst>
            <pc:docMk/>
            <pc:sldMk cId="0" sldId="333"/>
            <ac:spMk id="29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7:39.764" v="169"/>
          <ac:spMkLst>
            <pc:docMk/>
            <pc:sldMk cId="0" sldId="333"/>
            <ac:spMk id="40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7:41.143" v="170"/>
          <ac:spMkLst>
            <pc:docMk/>
            <pc:sldMk cId="0" sldId="333"/>
            <ac:spMk id="55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7:43.215" v="171"/>
          <ac:spMkLst>
            <pc:docMk/>
            <pc:sldMk cId="0" sldId="333"/>
            <ac:spMk id="70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7:45.250" v="172"/>
          <ac:spMkLst>
            <pc:docMk/>
            <pc:sldMk cId="0" sldId="333"/>
            <ac:spMk id="85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7:59.123" v="177"/>
          <ac:spMkLst>
            <pc:docMk/>
            <pc:sldMk cId="0" sldId="333"/>
            <ac:spMk id="96" creationId="{00000000-0000-0000-0000-000000000000}"/>
          </ac:spMkLst>
        </pc:spChg>
      </pc:sldChg>
      <pc:sldChg chg="modSp ord modNotes modNotesTx">
        <pc:chgData name="Surya Chinta" userId="41ee6f01-053e-4268-a09b-364f54be2fbe" providerId="ADAL" clId="{E5143D04-8900-4457-BE49-945FECC57414}" dt="2026-10-13T12:22:32.091" v="298"/>
        <pc:sldMkLst>
          <pc:docMk/>
          <pc:sldMk cId="0" sldId="334"/>
        </pc:sldMkLst>
        <pc:spChg chg="mod">
          <ac:chgData name="Surya Chinta" userId="41ee6f01-053e-4268-a09b-364f54be2fbe" providerId="ADAL" clId="{E5143D04-8900-4457-BE49-945FECC57414}" dt="2026-10-13T03:34:13.524" v="202"/>
          <ac:spMkLst>
            <pc:docMk/>
            <pc:sldMk cId="0" sldId="334"/>
            <ac:spMk id="2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8:34.048" v="185"/>
          <ac:spMkLst>
            <pc:docMk/>
            <pc:sldMk cId="0" sldId="334"/>
            <ac:spMk id="3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8:34.048" v="185"/>
          <ac:spMkLst>
            <pc:docMk/>
            <pc:sldMk cId="0" sldId="334"/>
            <ac:spMk id="4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8:34.048" v="185"/>
          <ac:spMkLst>
            <pc:docMk/>
            <pc:sldMk cId="0" sldId="334"/>
            <ac:spMk id="20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30:46.884" v="191"/>
          <ac:spMkLst>
            <pc:docMk/>
            <pc:sldMk cId="0" sldId="334"/>
            <ac:spMk id="25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8:34.048" v="185"/>
          <ac:spMkLst>
            <pc:docMk/>
            <pc:sldMk cId="0" sldId="334"/>
            <ac:spMk id="30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8:34.048" v="185"/>
          <ac:spMkLst>
            <pc:docMk/>
            <pc:sldMk cId="0" sldId="334"/>
            <ac:spMk id="37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8:34.048" v="185"/>
          <ac:spMkLst>
            <pc:docMk/>
            <pc:sldMk cId="0" sldId="334"/>
            <ac:spMk id="51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8:34.048" v="185"/>
          <ac:spMkLst>
            <pc:docMk/>
            <pc:sldMk cId="0" sldId="334"/>
            <ac:spMk id="64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8:34.048" v="185"/>
          <ac:spMkLst>
            <pc:docMk/>
            <pc:sldMk cId="0" sldId="334"/>
            <ac:spMk id="73" creationId="{00000000-0000-0000-0000-000000000000}"/>
          </ac:spMkLst>
        </pc:spChg>
      </pc:sldChg>
      <pc:sldChg chg="modSp del mod modNotes">
        <pc:chgData name="Surya Chinta" userId="41ee6f01-053e-4268-a09b-364f54be2fbe" providerId="ADAL" clId="{E5143D04-8900-4457-BE49-945FECC57414}" dt="2026-10-13T03:44:33.827" v="216" actId="47"/>
        <pc:sldMkLst>
          <pc:docMk/>
          <pc:sldMk cId="0" sldId="335"/>
        </pc:sldMkLst>
        <pc:spChg chg="mod">
          <ac:chgData name="Surya Chinta" userId="41ee6f01-053e-4268-a09b-364f54be2fbe" providerId="ADAL" clId="{E5143D04-8900-4457-BE49-945FECC57414}" dt="2026-10-13T03:34:23.697" v="203"/>
          <ac:spMkLst>
            <pc:docMk/>
            <pc:sldMk cId="0" sldId="335"/>
            <ac:spMk id="2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34:36.102" v="206"/>
          <ac:spMkLst>
            <pc:docMk/>
            <pc:sldMk cId="0" sldId="335"/>
            <ac:spMk id="3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34:51.317" v="207"/>
          <ac:spMkLst>
            <pc:docMk/>
            <pc:sldMk cId="0" sldId="335"/>
            <ac:spMk id="33" creationId="{00000000-0000-0000-0000-000000000000}"/>
          </ac:spMkLst>
        </pc:spChg>
      </pc:sldChg>
      <pc:sldChg chg="modSp mod modNotes modNotesTx">
        <pc:chgData name="Surya Chinta" userId="41ee6f01-053e-4268-a09b-364f54be2fbe" providerId="ADAL" clId="{E5143D04-8900-4457-BE49-945FECC57414}" dt="2026-10-13T04:22:34.933" v="255" actId="6549"/>
        <pc:sldMkLst>
          <pc:docMk/>
          <pc:sldMk cId="0" sldId="339"/>
        </pc:sldMkLst>
        <pc:spChg chg="mod">
          <ac:chgData name="Surya Chinta" userId="41ee6f01-053e-4268-a09b-364f54be2fbe" providerId="ADAL" clId="{E5143D04-8900-4457-BE49-945FECC57414}" dt="2026-10-13T03:35:26.985" v="208"/>
          <ac:spMkLst>
            <pc:docMk/>
            <pc:sldMk cId="0" sldId="339"/>
            <ac:spMk id="2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31:47.056" v="193"/>
          <ac:spMkLst>
            <pc:docMk/>
            <pc:sldMk cId="0" sldId="339"/>
            <ac:spMk id="26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31:41.142" v="192"/>
          <ac:spMkLst>
            <pc:docMk/>
            <pc:sldMk cId="0" sldId="339"/>
            <ac:spMk id="27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31:57.525" v="195"/>
          <ac:spMkLst>
            <pc:docMk/>
            <pc:sldMk cId="0" sldId="339"/>
            <ac:spMk id="32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32:04.546" v="196"/>
          <ac:spMkLst>
            <pc:docMk/>
            <pc:sldMk cId="0" sldId="339"/>
            <ac:spMk id="33" creationId="{00000000-0000-0000-0000-000000000000}"/>
          </ac:spMkLst>
        </pc:spChg>
      </pc:sldChg>
      <pc:sldChg chg="modSp">
        <pc:chgData name="Surya Chinta" userId="41ee6f01-053e-4268-a09b-364f54be2fbe" providerId="ADAL" clId="{E5143D04-8900-4457-BE49-945FECC57414}" dt="2026-10-13T03:35:36.466" v="209"/>
        <pc:sldMkLst>
          <pc:docMk/>
          <pc:sldMk cId="0" sldId="340"/>
        </pc:sldMkLst>
        <pc:spChg chg="mod">
          <ac:chgData name="Surya Chinta" userId="41ee6f01-053e-4268-a09b-364f54be2fbe" providerId="ADAL" clId="{E5143D04-8900-4457-BE49-945FECC57414}" dt="2026-10-13T03:35:36.466" v="209"/>
          <ac:spMkLst>
            <pc:docMk/>
            <pc:sldMk cId="0" sldId="340"/>
            <ac:spMk id="2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8:34.048" v="185"/>
          <ac:spMkLst>
            <pc:docMk/>
            <pc:sldMk cId="0" sldId="340"/>
            <ac:spMk id="4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8:34.048" v="185"/>
          <ac:spMkLst>
            <pc:docMk/>
            <pc:sldMk cId="0" sldId="340"/>
            <ac:spMk id="26" creationId="{00000000-0000-0000-0000-000000000000}"/>
          </ac:spMkLst>
        </pc:spChg>
        <pc:spChg chg="mod">
          <ac:chgData name="Surya Chinta" userId="41ee6f01-053e-4268-a09b-364f54be2fbe" providerId="ADAL" clId="{E5143D04-8900-4457-BE49-945FECC57414}" dt="2026-10-13T03:28:34.048" v="185"/>
          <ac:spMkLst>
            <pc:docMk/>
            <pc:sldMk cId="0" sldId="340"/>
            <ac:spMk id="88" creationId="{00000000-0000-0000-0000-000000000000}"/>
          </ac:spMkLst>
        </pc:spChg>
      </pc:sldChg>
      <pc:sldChg chg="add modNotesTx">
        <pc:chgData name="Surya Chinta" userId="41ee6f01-053e-4268-a09b-364f54be2fbe" providerId="ADAL" clId="{E5143D04-8900-4457-BE49-945FECC57414}" dt="2026-10-13T04:22:29.093" v="253" actId="6549"/>
        <pc:sldMkLst>
          <pc:docMk/>
          <pc:sldMk cId="2669657146" sldId="341"/>
        </pc:sldMkLst>
      </pc:sldChg>
      <pc:sldChg chg="add del">
        <pc:chgData name="Surya Chinta" userId="41ee6f01-053e-4268-a09b-364f54be2fbe" providerId="ADAL" clId="{E5143D04-8900-4457-BE49-945FECC57414}" dt="2026-10-13T03:44:16.334" v="213"/>
        <pc:sldMkLst>
          <pc:docMk/>
          <pc:sldMk cId="2818508910" sldId="341"/>
        </pc:sldMkLst>
      </pc:sldChg>
      <pc:sldChg chg="add del">
        <pc:chgData name="Surya Chinta" userId="41ee6f01-053e-4268-a09b-364f54be2fbe" providerId="ADAL" clId="{E5143D04-8900-4457-BE49-945FECC57414}" dt="2026-10-13T03:44:14.885" v="212"/>
        <pc:sldMkLst>
          <pc:docMk/>
          <pc:sldMk cId="3003088139" sldId="342"/>
        </pc:sldMkLst>
      </pc:sldChg>
      <pc:sldChg chg="add modNotesTx">
        <pc:chgData name="Surya Chinta" userId="41ee6f01-053e-4268-a09b-364f54be2fbe" providerId="ADAL" clId="{E5143D04-8900-4457-BE49-945FECC57414}" dt="2026-10-13T04:22:32.289" v="254" actId="6549"/>
        <pc:sldMkLst>
          <pc:docMk/>
          <pc:sldMk cId="3993354396" sldId="342"/>
        </pc:sldMkLst>
      </pc:sldChg>
      <pc:sldChg chg="new del">
        <pc:chgData name="Surya Chinta" userId="41ee6f01-053e-4268-a09b-364f54be2fbe" providerId="ADAL" clId="{E5143D04-8900-4457-BE49-945FECC57414}" dt="2026-10-13T04:11:46.664" v="218" actId="47"/>
        <pc:sldMkLst>
          <pc:docMk/>
          <pc:sldMk cId="737576513" sldId="343"/>
        </pc:sldMkLst>
      </pc:sldChg>
      <pc:sldChg chg="add del ord">
        <pc:chgData name="Surya Chinta" userId="41ee6f01-053e-4268-a09b-364f54be2fbe" providerId="ADAL" clId="{E5143D04-8900-4457-BE49-945FECC57414}" dt="2026-10-13T12:06:18.032" v="295" actId="47"/>
        <pc:sldMkLst>
          <pc:docMk/>
          <pc:sldMk cId="3339790584" sldId="343"/>
        </pc:sldMkLst>
      </pc:sldChg>
      <pc:sldChg chg="addSp delSp modSp add del mod">
        <pc:chgData name="Surya Chinta" userId="41ee6f01-053e-4268-a09b-364f54be2fbe" providerId="ADAL" clId="{E5143D04-8900-4457-BE49-945FECC57414}" dt="2026-10-13T04:15:22.525" v="238" actId="47"/>
        <pc:sldMkLst>
          <pc:docMk/>
          <pc:sldMk cId="3892843266" sldId="343"/>
        </pc:sldMkLst>
        <pc:spChg chg="mod">
          <ac:chgData name="Surya Chinta" userId="41ee6f01-053e-4268-a09b-364f54be2fbe" providerId="ADAL" clId="{E5143D04-8900-4457-BE49-945FECC57414}" dt="2026-10-13T04:12:55.407" v="230" actId="20577"/>
          <ac:spMkLst>
            <pc:docMk/>
            <pc:sldMk cId="3892843266" sldId="343"/>
            <ac:spMk id="2" creationId="{E0CE59E0-75BE-9435-6D4B-10DDEFDBC63E}"/>
          </ac:spMkLst>
        </pc:spChg>
        <pc:spChg chg="mod">
          <ac:chgData name="Surya Chinta" userId="41ee6f01-053e-4268-a09b-364f54be2fbe" providerId="ADAL" clId="{E5143D04-8900-4457-BE49-945FECC57414}" dt="2026-10-13T04:12:20.340" v="223" actId="207"/>
          <ac:spMkLst>
            <pc:docMk/>
            <pc:sldMk cId="3892843266" sldId="343"/>
            <ac:spMk id="3" creationId="{599C01BF-5D22-1106-AD67-6E63C9DE218F}"/>
          </ac:spMkLst>
        </pc:spChg>
        <pc:spChg chg="del">
          <ac:chgData name="Surya Chinta" userId="41ee6f01-053e-4268-a09b-364f54be2fbe" providerId="ADAL" clId="{E5143D04-8900-4457-BE49-945FECC57414}" dt="2026-10-13T04:12:00.043" v="220" actId="478"/>
          <ac:spMkLst>
            <pc:docMk/>
            <pc:sldMk cId="3892843266" sldId="343"/>
            <ac:spMk id="31" creationId="{8E183A8A-0725-6582-1943-F79D6A7046D1}"/>
          </ac:spMkLst>
        </pc:spChg>
        <pc:spChg chg="del">
          <ac:chgData name="Surya Chinta" userId="41ee6f01-053e-4268-a09b-364f54be2fbe" providerId="ADAL" clId="{E5143D04-8900-4457-BE49-945FECC57414}" dt="2026-10-13T04:12:00.043" v="220" actId="478"/>
          <ac:spMkLst>
            <pc:docMk/>
            <pc:sldMk cId="3892843266" sldId="343"/>
            <ac:spMk id="38" creationId="{63425C44-364C-C4B7-A2FC-0854385A8062}"/>
          </ac:spMkLst>
        </pc:spChg>
        <pc:spChg chg="del">
          <ac:chgData name="Surya Chinta" userId="41ee6f01-053e-4268-a09b-364f54be2fbe" providerId="ADAL" clId="{E5143D04-8900-4457-BE49-945FECC57414}" dt="2026-10-13T04:12:00.043" v="220" actId="478"/>
          <ac:spMkLst>
            <pc:docMk/>
            <pc:sldMk cId="3892843266" sldId="343"/>
            <ac:spMk id="41" creationId="{71DBD3F2-32CF-76F9-CBED-FD96AAC9137F}"/>
          </ac:spMkLst>
        </pc:spChg>
        <pc:spChg chg="del">
          <ac:chgData name="Surya Chinta" userId="41ee6f01-053e-4268-a09b-364f54be2fbe" providerId="ADAL" clId="{E5143D04-8900-4457-BE49-945FECC57414}" dt="2026-10-13T04:12:00.043" v="220" actId="478"/>
          <ac:spMkLst>
            <pc:docMk/>
            <pc:sldMk cId="3892843266" sldId="343"/>
            <ac:spMk id="46" creationId="{B0C810E7-5B23-8DF3-BF67-17B8277548AC}"/>
          </ac:spMkLst>
        </pc:spChg>
        <pc:spChg chg="del">
          <ac:chgData name="Surya Chinta" userId="41ee6f01-053e-4268-a09b-364f54be2fbe" providerId="ADAL" clId="{E5143D04-8900-4457-BE49-945FECC57414}" dt="2026-10-13T04:12:00.043" v="220" actId="478"/>
          <ac:spMkLst>
            <pc:docMk/>
            <pc:sldMk cId="3892843266" sldId="343"/>
            <ac:spMk id="53" creationId="{A2C8178C-C2E9-A652-8894-2357F0135A01}"/>
          </ac:spMkLst>
        </pc:spChg>
        <pc:spChg chg="del">
          <ac:chgData name="Surya Chinta" userId="41ee6f01-053e-4268-a09b-364f54be2fbe" providerId="ADAL" clId="{E5143D04-8900-4457-BE49-945FECC57414}" dt="2026-10-13T04:12:00.043" v="220" actId="478"/>
          <ac:spMkLst>
            <pc:docMk/>
            <pc:sldMk cId="3892843266" sldId="343"/>
            <ac:spMk id="55" creationId="{BA83F133-902C-1573-908A-16E49462339D}"/>
          </ac:spMkLst>
        </pc:spChg>
        <pc:spChg chg="del">
          <ac:chgData name="Surya Chinta" userId="41ee6f01-053e-4268-a09b-364f54be2fbe" providerId="ADAL" clId="{E5143D04-8900-4457-BE49-945FECC57414}" dt="2026-10-13T04:12:00.043" v="220" actId="478"/>
          <ac:spMkLst>
            <pc:docMk/>
            <pc:sldMk cId="3892843266" sldId="343"/>
            <ac:spMk id="68" creationId="{E0D90BEE-2932-970B-A7EE-EFEC78067453}"/>
          </ac:spMkLst>
        </pc:spChg>
        <pc:spChg chg="del">
          <ac:chgData name="Surya Chinta" userId="41ee6f01-053e-4268-a09b-364f54be2fbe" providerId="ADAL" clId="{E5143D04-8900-4457-BE49-945FECC57414}" dt="2026-10-13T04:12:00.043" v="220" actId="478"/>
          <ac:spMkLst>
            <pc:docMk/>
            <pc:sldMk cId="3892843266" sldId="343"/>
            <ac:spMk id="85" creationId="{AEE79047-C152-0D59-62D1-583DF2B29C2A}"/>
          </ac:spMkLst>
        </pc:spChg>
        <pc:spChg chg="del">
          <ac:chgData name="Surya Chinta" userId="41ee6f01-053e-4268-a09b-364f54be2fbe" providerId="ADAL" clId="{E5143D04-8900-4457-BE49-945FECC57414}" dt="2026-10-13T04:12:00.043" v="220" actId="478"/>
          <ac:spMkLst>
            <pc:docMk/>
            <pc:sldMk cId="3892843266" sldId="343"/>
            <ac:spMk id="91" creationId="{8D978C35-A29B-AAE8-BBD6-E44A4FC5102C}"/>
          </ac:spMkLst>
        </pc:spChg>
        <pc:spChg chg="del">
          <ac:chgData name="Surya Chinta" userId="41ee6f01-053e-4268-a09b-364f54be2fbe" providerId="ADAL" clId="{E5143D04-8900-4457-BE49-945FECC57414}" dt="2026-10-13T04:12:00.043" v="220" actId="478"/>
          <ac:spMkLst>
            <pc:docMk/>
            <pc:sldMk cId="3892843266" sldId="343"/>
            <ac:spMk id="99" creationId="{CA3C0FEA-71D2-2AA4-08CC-E641AF679B3B}"/>
          </ac:spMkLst>
        </pc:spChg>
        <pc:spChg chg="del">
          <ac:chgData name="Surya Chinta" userId="41ee6f01-053e-4268-a09b-364f54be2fbe" providerId="ADAL" clId="{E5143D04-8900-4457-BE49-945FECC57414}" dt="2026-10-13T04:12:01.841" v="221" actId="478"/>
          <ac:spMkLst>
            <pc:docMk/>
            <pc:sldMk cId="3892843266" sldId="343"/>
            <ac:spMk id="108" creationId="{E15381FE-68C1-22AF-4D5D-EDB6C331AF52}"/>
          </ac:spMkLst>
        </pc:spChg>
        <pc:spChg chg="add mod">
          <ac:chgData name="Surya Chinta" userId="41ee6f01-053e-4268-a09b-364f54be2fbe" providerId="ADAL" clId="{E5143D04-8900-4457-BE49-945FECC57414}" dt="2026-10-13T04:13:09.951" v="232" actId="1076"/>
          <ac:spMkLst>
            <pc:docMk/>
            <pc:sldMk cId="3892843266" sldId="343"/>
            <ac:spMk id="118" creationId="{4AF22FC1-5D27-8A16-A53B-FCB9926D906B}"/>
          </ac:spMkLst>
        </pc:spChg>
        <pc:spChg chg="add mod">
          <ac:chgData name="Surya Chinta" userId="41ee6f01-053e-4268-a09b-364f54be2fbe" providerId="ADAL" clId="{E5143D04-8900-4457-BE49-945FECC57414}" dt="2026-10-13T04:13:09.951" v="232" actId="1076"/>
          <ac:spMkLst>
            <pc:docMk/>
            <pc:sldMk cId="3892843266" sldId="343"/>
            <ac:spMk id="132" creationId="{466E524F-AB36-8918-1BE9-480623BB13C2}"/>
          </ac:spMkLst>
        </pc:spChg>
        <pc:spChg chg="add mod">
          <ac:chgData name="Surya Chinta" userId="41ee6f01-053e-4268-a09b-364f54be2fbe" providerId="ADAL" clId="{E5143D04-8900-4457-BE49-945FECC57414}" dt="2026-10-13T04:13:09.951" v="232" actId="1076"/>
          <ac:spMkLst>
            <pc:docMk/>
            <pc:sldMk cId="3892843266" sldId="343"/>
            <ac:spMk id="144" creationId="{EC556DE5-EC56-A467-97D2-D3368DFD65A4}"/>
          </ac:spMkLst>
        </pc:spChg>
        <pc:spChg chg="add mod">
          <ac:chgData name="Surya Chinta" userId="41ee6f01-053e-4268-a09b-364f54be2fbe" providerId="ADAL" clId="{E5143D04-8900-4457-BE49-945FECC57414}" dt="2026-10-13T04:13:09.951" v="232" actId="1076"/>
          <ac:spMkLst>
            <pc:docMk/>
            <pc:sldMk cId="3892843266" sldId="343"/>
            <ac:spMk id="170" creationId="{C5A72FE7-385F-9BB7-3B04-934C4FA758EE}"/>
          </ac:spMkLst>
        </pc:spChg>
        <pc:spChg chg="add mod">
          <ac:chgData name="Surya Chinta" userId="41ee6f01-053e-4268-a09b-364f54be2fbe" providerId="ADAL" clId="{E5143D04-8900-4457-BE49-945FECC57414}" dt="2026-10-13T04:13:09.951" v="232" actId="1076"/>
          <ac:spMkLst>
            <pc:docMk/>
            <pc:sldMk cId="3892843266" sldId="343"/>
            <ac:spMk id="172" creationId="{05B8221B-335C-34EE-460A-A86A4D248370}"/>
          </ac:spMkLst>
        </pc:spChg>
        <pc:spChg chg="add mod">
          <ac:chgData name="Surya Chinta" userId="41ee6f01-053e-4268-a09b-364f54be2fbe" providerId="ADAL" clId="{E5143D04-8900-4457-BE49-945FECC57414}" dt="2026-10-13T04:13:09.951" v="232" actId="1076"/>
          <ac:spMkLst>
            <pc:docMk/>
            <pc:sldMk cId="3892843266" sldId="343"/>
            <ac:spMk id="184" creationId="{202324D7-D099-6EEC-8176-12A508DA3E6B}"/>
          </ac:spMkLst>
        </pc:spChg>
        <pc:spChg chg="add mod">
          <ac:chgData name="Surya Chinta" userId="41ee6f01-053e-4268-a09b-364f54be2fbe" providerId="ADAL" clId="{E5143D04-8900-4457-BE49-945FECC57414}" dt="2026-10-13T04:13:09.951" v="232" actId="1076"/>
          <ac:spMkLst>
            <pc:docMk/>
            <pc:sldMk cId="3892843266" sldId="343"/>
            <ac:spMk id="188" creationId="{3693C6B7-C548-4D11-7D35-47285A407E03}"/>
          </ac:spMkLst>
        </pc:spChg>
        <pc:spChg chg="add mod">
          <ac:chgData name="Surya Chinta" userId="41ee6f01-053e-4268-a09b-364f54be2fbe" providerId="ADAL" clId="{E5143D04-8900-4457-BE49-945FECC57414}" dt="2026-10-13T04:13:09.951" v="232" actId="1076"/>
          <ac:spMkLst>
            <pc:docMk/>
            <pc:sldMk cId="3892843266" sldId="343"/>
            <ac:spMk id="190" creationId="{2128F82A-1AD6-0D43-8F62-A5BE8EB2BA93}"/>
          </ac:spMkLst>
        </pc:spChg>
        <pc:spChg chg="add mod">
          <ac:chgData name="Surya Chinta" userId="41ee6f01-053e-4268-a09b-364f54be2fbe" providerId="ADAL" clId="{E5143D04-8900-4457-BE49-945FECC57414}" dt="2026-10-13T04:13:09.951" v="232" actId="1076"/>
          <ac:spMkLst>
            <pc:docMk/>
            <pc:sldMk cId="3892843266" sldId="343"/>
            <ac:spMk id="192" creationId="{02DFBC2B-0868-6FA4-976D-CD8070FA3135}"/>
          </ac:spMkLst>
        </pc:spChg>
        <pc:spChg chg="add mod">
          <ac:chgData name="Surya Chinta" userId="41ee6f01-053e-4268-a09b-364f54be2fbe" providerId="ADAL" clId="{E5143D04-8900-4457-BE49-945FECC57414}" dt="2026-10-13T04:13:09.951" v="232" actId="1076"/>
          <ac:spMkLst>
            <pc:docMk/>
            <pc:sldMk cId="3892843266" sldId="343"/>
            <ac:spMk id="196" creationId="{56F795E0-33B3-64D3-5797-AE87CDE66C3C}"/>
          </ac:spMkLst>
        </pc:spChg>
      </pc:sldChg>
      <pc:sldChg chg="add ord modNotesTx">
        <pc:chgData name="Surya Chinta" userId="41ee6f01-053e-4268-a09b-364f54be2fbe" providerId="ADAL" clId="{E5143D04-8900-4457-BE49-945FECC57414}" dt="2026-10-13T11:51:43.874" v="285"/>
        <pc:sldMkLst>
          <pc:docMk/>
          <pc:sldMk cId="3269789473" sldId="344"/>
        </pc:sldMkLst>
      </pc:sldChg>
      <pc:sldChg chg="add del setBg">
        <pc:chgData name="Surya Chinta" userId="41ee6f01-053e-4268-a09b-364f54be2fbe" providerId="ADAL" clId="{E5143D04-8900-4457-BE49-945FECC57414}" dt="2026-10-13T04:15:16.367" v="234"/>
        <pc:sldMkLst>
          <pc:docMk/>
          <pc:sldMk cId="3998421934" sldId="344"/>
        </pc:sldMkLst>
      </pc:sldChg>
      <pc:sldChg chg="add ord">
        <pc:chgData name="Surya Chinta" userId="41ee6f01-053e-4268-a09b-364f54be2fbe" providerId="ADAL" clId="{E5143D04-8900-4457-BE49-945FECC57414}" dt="2026-10-13T11:51:39.320" v="283"/>
        <pc:sldMkLst>
          <pc:docMk/>
          <pc:sldMk cId="2510581986" sldId="345"/>
        </pc:sldMkLst>
      </pc:sldChg>
      <pc:sldChg chg="add del setBg">
        <pc:chgData name="Surya Chinta" userId="41ee6f01-053e-4268-a09b-364f54be2fbe" providerId="ADAL" clId="{E5143D04-8900-4457-BE49-945FECC57414}" dt="2026-10-13T11:12:46.491" v="267"/>
        <pc:sldMkLst>
          <pc:docMk/>
          <pc:sldMk cId="2168820613" sldId="346"/>
        </pc:sldMkLst>
      </pc:sldChg>
      <pc:sldChg chg="addSp delSp modSp add mod ord">
        <pc:chgData name="Surya Chinta" userId="41ee6f01-053e-4268-a09b-364f54be2fbe" providerId="ADAL" clId="{E5143D04-8900-4457-BE49-945FECC57414}" dt="2026-10-14T07:13:17.527" v="305"/>
        <pc:sldMkLst>
          <pc:docMk/>
          <pc:sldMk cId="3951767496" sldId="346"/>
        </pc:sldMkLst>
        <pc:spChg chg="add del mod">
          <ac:chgData name="Surya Chinta" userId="41ee6f01-053e-4268-a09b-364f54be2fbe" providerId="ADAL" clId="{E5143D04-8900-4457-BE49-945FECC57414}" dt="2026-10-13T11:13:14.607" v="272"/>
          <ac:spMkLst>
            <pc:docMk/>
            <pc:sldMk cId="3951767496" sldId="346"/>
            <ac:spMk id="79" creationId="{F2B1CF47-0C8F-0E49-D014-4F94A5BE112F}"/>
          </ac:spMkLst>
        </pc:spChg>
        <pc:spChg chg="add del mod">
          <ac:chgData name="Surya Chinta" userId="41ee6f01-053e-4268-a09b-364f54be2fbe" providerId="ADAL" clId="{E5143D04-8900-4457-BE49-945FECC57414}" dt="2026-10-13T11:13:16.074" v="275"/>
          <ac:spMkLst>
            <pc:docMk/>
            <pc:sldMk cId="3951767496" sldId="346"/>
            <ac:spMk id="80" creationId="{7FEC237C-6384-FF6A-D5A3-C979EE5C2DAC}"/>
          </ac:spMkLst>
        </pc:spChg>
      </pc:sldChg>
      <pc:sldChg chg="add ord">
        <pc:chgData name="Surya Chinta" userId="41ee6f01-053e-4268-a09b-364f54be2fbe" providerId="ADAL" clId="{E5143D04-8900-4457-BE49-945FECC57414}" dt="2026-10-13T11:27:13.592" v="281"/>
        <pc:sldMkLst>
          <pc:docMk/>
          <pc:sldMk cId="2660977724" sldId="347"/>
        </pc:sldMkLst>
      </pc:sldChg>
      <pc:sldChg chg="add ord">
        <pc:chgData name="Surya Chinta" userId="41ee6f01-053e-4268-a09b-364f54be2fbe" providerId="ADAL" clId="{E5143D04-8900-4457-BE49-945FECC57414}" dt="2026-10-13T11:55:14.336" v="291"/>
        <pc:sldMkLst>
          <pc:docMk/>
          <pc:sldMk cId="2127672974" sldId="348"/>
        </pc:sldMkLst>
      </pc:sldChg>
      <pc:sldChg chg="add ord">
        <pc:chgData name="Surya Chinta" userId="41ee6f01-053e-4268-a09b-364f54be2fbe" providerId="ADAL" clId="{E5143D04-8900-4457-BE49-945FECC57414}" dt="2026-10-13T11:55:14.336" v="291"/>
        <pc:sldMkLst>
          <pc:docMk/>
          <pc:sldMk cId="1731863554" sldId="349"/>
        </pc:sldMkLst>
      </pc:sldChg>
      <pc:sldChg chg="add ord">
        <pc:chgData name="Surya Chinta" userId="41ee6f01-053e-4268-a09b-364f54be2fbe" providerId="ADAL" clId="{E5143D04-8900-4457-BE49-945FECC57414}" dt="2026-10-13T11:55:14.336" v="291"/>
        <pc:sldMkLst>
          <pc:docMk/>
          <pc:sldMk cId="1526011613" sldId="350"/>
        </pc:sldMkLst>
      </pc:sldChg>
      <pc:sldChg chg="add ord">
        <pc:chgData name="Surya Chinta" userId="41ee6f01-053e-4268-a09b-364f54be2fbe" providerId="ADAL" clId="{E5143D04-8900-4457-BE49-945FECC57414}" dt="2026-10-13T11:55:14.336" v="291"/>
        <pc:sldMkLst>
          <pc:docMk/>
          <pc:sldMk cId="2543986423" sldId="351"/>
        </pc:sldMkLst>
      </pc:sldChg>
      <pc:sldChg chg="add">
        <pc:chgData name="Surya Chinta" userId="41ee6f01-053e-4268-a09b-364f54be2fbe" providerId="ADAL" clId="{E5143D04-8900-4457-BE49-945FECC57414}" dt="2026-10-13T12:06:15.251" v="294"/>
        <pc:sldMkLst>
          <pc:docMk/>
          <pc:sldMk cId="279582318" sldId="352"/>
        </pc:sldMkLst>
      </pc:sldChg>
      <pc:sldChg chg="add del setBg">
        <pc:chgData name="Surya Chinta" userId="41ee6f01-053e-4268-a09b-364f54be2fbe" providerId="ADAL" clId="{E5143D04-8900-4457-BE49-945FECC57414}" dt="2026-10-13T12:06:11.921" v="293"/>
        <pc:sldMkLst>
          <pc:docMk/>
          <pc:sldMk cId="967238637" sldId="352"/>
        </pc:sldMkLst>
      </pc:sldChg>
      <pc:sldChg chg="add">
        <pc:chgData name="Surya Chinta" userId="41ee6f01-053e-4268-a09b-364f54be2fbe" providerId="ADAL" clId="{E5143D04-8900-4457-BE49-945FECC57414}" dt="2026-10-13T12:22:23.052" v="296"/>
        <pc:sldMkLst>
          <pc:docMk/>
          <pc:sldMk cId="815528859" sldId="353"/>
        </pc:sldMkLst>
      </pc:sldChg>
      <pc:sldChg chg="add">
        <pc:chgData name="Surya Chinta" userId="41ee6f01-053e-4268-a09b-364f54be2fbe" providerId="ADAL" clId="{E5143D04-8900-4457-BE49-945FECC57414}" dt="2026-10-14T07:13:00.409" v="303"/>
        <pc:sldMkLst>
          <pc:docMk/>
          <pc:sldMk cId="476873487" sldId="354"/>
        </pc:sldMkLst>
      </pc:sldChg>
      <pc:sldChg chg="add del setBg">
        <pc:chgData name="Surya Chinta" userId="41ee6f01-053e-4268-a09b-364f54be2fbe" providerId="ADAL" clId="{E5143D04-8900-4457-BE49-945FECC57414}" dt="2026-10-14T07:12:57.371" v="302"/>
        <pc:sldMkLst>
          <pc:docMk/>
          <pc:sldMk cId="3194574060" sldId="354"/>
        </pc:sldMkLst>
      </pc:sldChg>
      <pc:sldChg chg="add">
        <pc:chgData name="Surya Chinta" userId="41ee6f01-053e-4268-a09b-364f54be2fbe" providerId="ADAL" clId="{E5143D04-8900-4457-BE49-945FECC57414}" dt="2026-10-14T07:17:09.485" v="319"/>
        <pc:sldMkLst>
          <pc:docMk/>
          <pc:sldMk cId="2560747931" sldId="355"/>
        </pc:sldMkLst>
      </pc:sldChg>
    </pc:docChg>
  </pc:docChgLst>
  <pc:docChgLst>
    <pc:chgData name="Sandeep Kandiraju" userId="73c9edc8-56ca-4b73-b526-6c8c5936bb95" providerId="ADAL" clId="{72C2FB20-06DE-4857-9800-006CD8C248A1}"/>
    <pc:docChg chg="custSel modSld">
      <pc:chgData name="Sandeep Kandiraju" userId="73c9edc8-56ca-4b73-b526-6c8c5936bb95" providerId="ADAL" clId="{72C2FB20-06DE-4857-9800-006CD8C248A1}" dt="2026-10-13T08:50:07.235" v="0" actId="33524"/>
      <pc:docMkLst>
        <pc:docMk/>
      </pc:docMkLst>
      <pc:sldChg chg="modSp mod">
        <pc:chgData name="Sandeep Kandiraju" userId="73c9edc8-56ca-4b73-b526-6c8c5936bb95" providerId="ADAL" clId="{72C2FB20-06DE-4857-9800-006CD8C248A1}" dt="2026-10-13T08:50:07.235" v="0" actId="33524"/>
        <pc:sldMkLst>
          <pc:docMk/>
          <pc:sldMk cId="0" sldId="324"/>
        </pc:sldMkLst>
        <pc:spChg chg="mod">
          <ac:chgData name="Sandeep Kandiraju" userId="73c9edc8-56ca-4b73-b526-6c8c5936bb95" providerId="ADAL" clId="{72C2FB20-06DE-4857-9800-006CD8C248A1}" dt="2026-10-13T08:50:07.235" v="0" actId="33524"/>
          <ac:spMkLst>
            <pc:docMk/>
            <pc:sldMk cId="0" sldId="324"/>
            <ac:spMk id="105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5083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SLIDE: Governed campaign data, the high-level view   (about 2 minutes)</a:t>
            </a:r>
          </a:p>
          <a:p/>
          <a:p>
            <a:r>
              <a:t>KEY MESSAGE</a:t>
            </a:r>
          </a:p>
          <a:p>
            <a:r>
              <a:t>To run a campaign we need the right data, and in healthcare that means governed data first. The data is governed, shaped and approved inside Google Cloud; Marketing Cloud only pulls an approved, tokenized file. PHI never leaves Google Cloud.</a:t>
            </a:r>
          </a:p>
          <a:p/>
          <a:p>
            <a:r>
              <a:t>WALK IT (left to right)</a:t>
            </a:r>
          </a:p>
          <a:p>
            <a:r>
              <a:t>1 Govern the data: DLP finds every sensitive column, a data steward approves it in Collibra, and BigQuery masks it or limits raw access. Every policy is audited.</a:t>
            </a:r>
          </a:p>
          <a:p>
            <a:r>
              <a:t>2 Build the audience: views on protected data only, one campaign table with the minimum fields, and a quality gate that stops the run if anything is untagged or stale.</a:t>
            </a:r>
          </a:p>
          <a:p>
            <a:r>
              <a:t>3 Approve and publish: a named approver signs off in Looker; only then is an approved, tokenized file published to an outbound bucket.</a:t>
            </a:r>
          </a:p>
          <a:p>
            <a:r>
              <a:t>4 Marketing Cloud pulls: a scheduled import pulls that file into the campaign data extension; Journey Builder sends.</a:t>
            </a:r>
          </a:p>
          <a:p>
            <a:r>
              <a:t>Measure: booked visits come back inside Google Cloud and are measured as lift against a holdout.</a:t>
            </a:r>
          </a:p>
          <a:p/>
          <a:p>
            <a:r>
              <a:t>The next slide shows the detailed design.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SLIDE: Governed data first: how campaign data is protected before Marketing Cloud ever sees it   (about 4 minutes)</a:t>
            </a:r>
          </a:p>
          <a:p/>
          <a:p>
            <a:r>
              <a:t>KEY MESSAGE</a:t>
            </a:r>
          </a:p>
          <a:p>
            <a:r>
              <a:t>Before any campaign runs, the data is governed in Google Cloud. Every column is classified, approved by a data steward and protected inside BigQuery. Only a minimum-necessary, tokenized audience is approved in Looker and published to an outbound bucket, from which Marketing Cloud pulls it into a data extension. PHI never leaves Google Cloud, and every visit booked comes back inside to prove the result.</a:t>
            </a:r>
          </a:p>
          <a:p/>
          <a:p>
            <a:r>
              <a:t>WALK IT</a:t>
            </a:r>
          </a:p>
          <a:p>
            <a:r>
              <a:t>1 Govern the data (ADDG, top band)</a:t>
            </a:r>
          </a:p>
          <a:p>
            <a:r>
              <a:t>- Cloud DLP scans the BigQuery columns in the production projects and proposes an infotype for each one.</a:t>
            </a:r>
          </a:p>
          <a:p>
            <a:r>
              <a:t>- A data steward approves or rejects each classification in Collibra; nothing changes before that sign-off.</a:t>
            </a:r>
          </a:p>
          <a:p>
            <a:r>
              <a:t>- Outcomes sync into one reviewed-classifications table, the single list every job works from.</a:t>
            </a:r>
          </a:p>
          <a:p>
            <a:r>
              <a:t>- A rollout gate enables production project by project; a person runs each promotion.</a:t>
            </a:r>
          </a:p>
          <a:p>
            <a:r>
              <a:t>- The Data Policy Tagger (Cloud Run job, dry-run first) applies column policies: SHA-256 masking or raw-access only.</a:t>
            </a:r>
          </a:p>
          <a:p>
            <a:r>
              <a:t>- Every applied policy is recorded as a binding and checked against the live schema. If a steward rejects, the policy remover clears it and the binding is retired.</a:t>
            </a:r>
          </a:p>
          <a:p/>
          <a:p>
            <a:r>
              <a:t>2 Build the audience</a:t>
            </a:r>
          </a:p>
          <a:p>
            <a:r>
              <a:t>- Authorized views apply the campaign criteria on policy-tagged data.</a:t>
            </a:r>
          </a:p>
          <a:p>
            <a:r>
              <a:t>- The campaign mart holds one table per campaign: tokenized member ID, channel, segment, eligibility flags and run ID. No names, dates of birth or diagnoses.</a:t>
            </a:r>
          </a:p>
          <a:p>
            <a:r>
              <a:t>- A quality gate blocks the run if a new column is untagged or a source is stale.</a:t>
            </a:r>
          </a:p>
          <a:p>
            <a:r>
              <a:t>- In Looker, a named approver reviews audience size, segments and exclusions and approves.</a:t>
            </a:r>
          </a:p>
          <a:p/>
          <a:p>
            <a:r>
              <a:t>3 Publish, and Marketing Cloud pulls</a:t>
            </a:r>
          </a:p>
          <a:p>
            <a:r>
              <a:t>- After approval, a Cloud Run job re-checks consent and suppression and writes one tokenized file per run ID to an outbound Cloud Storage bucket (CMEK, files expire).</a:t>
            </a:r>
          </a:p>
          <a:p>
            <a:r>
              <a:t>- Marketing Cloud pulls it: an Automation Studio scheduled import reads the file with a read-only key and loads the campaign data extension. Nothing is pushed out of Google Cloud; Marketing Cloud can read only that bucket.</a:t>
            </a:r>
          </a:p>
          <a:p>
            <a:r>
              <a:t>- Marketing Cloud sends through Journey Builder with consent, frequency caps and STOP handling. Messages carry no clinical wording and no identifiers in links.</a:t>
            </a:r>
          </a:p>
          <a:p>
            <a:r>
              <a:t>- Booked visits come back into BigQuery outcome tables, inside the boundary, and are measured as lift against a random holdout.</a:t>
            </a:r>
          </a:p>
          <a:p/>
          <a:p>
            <a:r>
              <a:t>STATUS (from the ADDG flow)</a:t>
            </a:r>
          </a:p>
          <a:p>
            <a:r>
              <a:t>DLP and Collibra are upstream. The reviewed-classifications table, rollout gate and bindings are built. The tagger and the column policies are live in DEV. The policy remover is in progress.</a:t>
            </a:r>
          </a:p>
          <a:p/>
          <a:p>
            <a:r>
              <a:t>DECISIONS TO CONFIRM</a:t>
            </a:r>
          </a:p>
          <a:p>
            <a:r>
              <a:t>- Which Marketing Cloud products and SMS vendors are under Ascension's BAA.</a:t>
            </a:r>
          </a:p>
          <a:p>
            <a:r>
              <a:t>- Pull through an Automation Studio file import (this design) or through Data Cloud zero-copy on BigQuery.</a:t>
            </a:r>
          </a:p>
          <a:p>
            <a:r>
              <a:t>- One approver, or a second approver above a set audience size.</a:t>
            </a:r>
          </a:p>
          <a:p>
            <a:r>
              <a:t>- A random holdout to prove lift, or report bookings only.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" name="IG Footer Mark" descr="Insight Global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02920" y="6428232"/>
            <a:ext cx="496062" cy="103601"/>
          </a:xfrm>
          <a:prstGeom prst="rect">
            <a:avLst/>
          </a:prstGeom>
        </p:spPr>
      </p:pic>
      <p:sp>
        <p:nvSpPr>
          <p:cNvPr id="901" name="IG Footer Page Number"/>
          <p:cNvSpPr txBox="1"/>
          <p:nvPr userDrawn="1"/>
        </p:nvSpPr>
        <p:spPr>
          <a:xfrm>
            <a:off x="11228832" y="6428232"/>
            <a:ext cx="475488" cy="10360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5C1D3A57-8D5C-4E4B-9A43-7B1E2F0A9C11}" type="slidenum">
              <a:rPr lang="en-US" sz="800">
                <a:solidFill>
                  <a:srgbClr val="000000"/>
                </a:solidFill>
                <a:latin typeface="Trenda IG Text"/>
              </a:rPr>
              <a:t>‹#›</a:t>
            </a:fld>
            <a:endParaRPr lang="en-US" sz="8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lor Title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black background with green and red light&#10;&#10;AI-generated content may be incorrect.">
            <a:extLst>
              <a:ext uri="{FF2B5EF4-FFF2-40B4-BE49-F238E27FC236}">
                <a16:creationId xmlns:a16="http://schemas.microsoft.com/office/drawing/2014/main" id="{FA43BFA5-6845-2522-F411-9ACA730EF2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A74FCF5-3999-08E6-D3A6-80B33E570B1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456543"/>
            <a:ext cx="9144000" cy="1944914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3600" b="0" i="0" spc="300" baseline="0">
                <a:solidFill>
                  <a:schemeClr val="bg1"/>
                </a:solidFill>
                <a:latin typeface="Trenda IG Text Light" pitchFamily="2" charset="77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64EA0AE4-7153-AFD1-6C6D-3F14EFEBB2F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46587" y="6170595"/>
            <a:ext cx="3298825" cy="250825"/>
          </a:xfrm>
        </p:spPr>
        <p:txBody>
          <a:bodyPr/>
          <a:lstStyle>
            <a:lvl1pPr algn="ctr">
              <a:lnSpc>
                <a:spcPct val="100000"/>
              </a:lnSpc>
              <a:buNone/>
              <a:defRPr kumimoji="0" lang="en-US" sz="1200" b="1" i="0" u="none" strike="noStrike" kern="0" cap="all" spc="30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nda IG Text Semibold" pitchFamily="2" charset="77"/>
                <a:ea typeface="Trenda IG Text Semibold" pitchFamily="2" charset="77"/>
                <a:cs typeface="Trenda IG Text Semibold" pitchFamily="2" charset="77"/>
                <a:sym typeface="Trenda IG Display Bold"/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ctr" defTabSz="4127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00.00.00</a:t>
            </a:r>
          </a:p>
        </p:txBody>
      </p:sp>
      <p:pic>
        <p:nvPicPr>
          <p:cNvPr id="3" name="object 5">
            <a:extLst>
              <a:ext uri="{FF2B5EF4-FFF2-40B4-BE49-F238E27FC236}">
                <a16:creationId xmlns:a16="http://schemas.microsoft.com/office/drawing/2014/main" id="{961F5476-B85D-C3D6-D32E-C43548C30FB4}"/>
              </a:ext>
            </a:extLst>
          </p:cNvPr>
          <p:cNvPicPr/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8525"/>
          <a:stretch>
            <a:fillRect/>
          </a:stretch>
        </p:blipFill>
        <p:spPr>
          <a:xfrm>
            <a:off x="5087102" y="624974"/>
            <a:ext cx="2017796" cy="594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94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loser_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colorfulness, sphere, circle&#10;&#10;Description automatically generated">
            <a:extLst>
              <a:ext uri="{FF2B5EF4-FFF2-40B4-BE49-F238E27FC236}">
                <a16:creationId xmlns:a16="http://schemas.microsoft.com/office/drawing/2014/main" id="{3F2261EA-3E40-78E8-6DB9-2CF8330EA71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5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0687" t="15629" r="10376" b="16259"/>
          <a:stretch/>
        </p:blipFill>
        <p:spPr>
          <a:xfrm>
            <a:off x="1893905" y="837211"/>
            <a:ext cx="8404189" cy="474023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36A57205-F056-11EF-D0BE-E6A9D06890F5}"/>
              </a:ext>
            </a:extLst>
          </p:cNvPr>
          <p:cNvSpPr txBox="1">
            <a:spLocks/>
          </p:cNvSpPr>
          <p:nvPr userDrawn="1"/>
        </p:nvSpPr>
        <p:spPr>
          <a:xfrm>
            <a:off x="1524000" y="2234869"/>
            <a:ext cx="9144000" cy="1944914"/>
          </a:xfrm>
          <a:prstGeom prst="rect">
            <a:avLst/>
          </a:prstGeom>
        </p:spPr>
        <p:txBody>
          <a:bodyPr vert="horz" lIns="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i="0" kern="1200" spc="300" baseline="0">
                <a:solidFill>
                  <a:schemeClr val="bg1"/>
                </a:solidFill>
                <a:latin typeface="Trenda IG Text Light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THANK YOU</a:t>
            </a:r>
          </a:p>
        </p:txBody>
      </p:sp>
      <p:pic>
        <p:nvPicPr>
          <p:cNvPr id="7" name="object 5">
            <a:extLst>
              <a:ext uri="{FF2B5EF4-FFF2-40B4-BE49-F238E27FC236}">
                <a16:creationId xmlns:a16="http://schemas.microsoft.com/office/drawing/2014/main" id="{B82254D8-1D0C-539A-8106-CE7E82B8B278}"/>
              </a:ext>
            </a:extLst>
          </p:cNvPr>
          <p:cNvPicPr/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8525"/>
          <a:stretch>
            <a:fillRect/>
          </a:stretch>
        </p:blipFill>
        <p:spPr>
          <a:xfrm>
            <a:off x="5454391" y="6082846"/>
            <a:ext cx="1283218" cy="377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798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" name="IG Footer Mark" descr="Insight Global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02920" y="6428232"/>
            <a:ext cx="496062" cy="103601"/>
          </a:xfrm>
          <a:prstGeom prst="rect">
            <a:avLst/>
          </a:prstGeom>
        </p:spPr>
      </p:pic>
      <p:sp>
        <p:nvSpPr>
          <p:cNvPr id="901" name="IG Footer Page Number"/>
          <p:cNvSpPr txBox="1"/>
          <p:nvPr userDrawn="1"/>
        </p:nvSpPr>
        <p:spPr>
          <a:xfrm>
            <a:off x="11228832" y="6428232"/>
            <a:ext cx="475488" cy="103601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fld id="{5C1D3A57-8D5C-4E4B-9A43-7B1E2F0A9C11}" type="slidenum">
              <a:rPr lang="en-US" sz="800">
                <a:solidFill>
                  <a:srgbClr val="FFFFFF"/>
                </a:solidFill>
                <a:latin typeface="Trenda IG Text"/>
              </a:rPr>
              <a:t>‹#›</a:t>
            </a:fld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908013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676595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6263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1"/>
          <p:cNvSpPr txBox="1"/>
          <p:nvPr/>
        </p:nvSpPr>
        <p:spPr>
          <a:xfrm>
            <a:off x="411480" y="201168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1" i="0" spc="300">
                <a:solidFill>
                  <a:srgbClr val="000000"/>
                </a:solidFill>
                <a:latin typeface="Trenda IG Text"/>
              </a:rPr>
              <a:t>ASCENSION · CAMPAIGN DATA GOVERNANCE</a:t>
            </a:r>
          </a:p>
        </p:txBody>
      </p:sp>
      <p:sp>
        <p:nvSpPr>
          <p:cNvPr id="3" name="Text 2"/>
          <p:cNvSpPr txBox="1"/>
          <p:nvPr/>
        </p:nvSpPr>
        <p:spPr>
          <a:xfrm>
            <a:off x="411480" y="384048"/>
            <a:ext cx="1136599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200" b="1" i="0">
                <a:solidFill>
                  <a:srgbClr val="000000"/>
                </a:solidFill>
                <a:latin typeface="Trenda IG Text"/>
              </a:rPr>
              <a:t>Governed data first: Marketing Cloud pulls only what has been approved</a:t>
            </a:r>
          </a:p>
        </p:txBody>
      </p:sp>
      <p:sp>
        <p:nvSpPr>
          <p:cNvPr id="4" name="Text 3"/>
          <p:cNvSpPr txBox="1"/>
          <p:nvPr/>
        </p:nvSpPr>
        <p:spPr>
          <a:xfrm>
            <a:off x="411480" y="804672"/>
            <a:ext cx="1136599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0" i="0">
                <a:solidFill>
                  <a:srgbClr val="595959"/>
                </a:solidFill>
                <a:latin typeface="Trenda IG Text"/>
              </a:rPr>
              <a:t>Data is governed, shaped and approved inside Google Cloud. Marketing Cloud pulls a tokenized, approved file. PHI never leaves.</a:t>
            </a:r>
          </a:p>
        </p:txBody>
      </p:sp>
      <p:sp>
        <p:nvSpPr>
          <p:cNvPr id="5" name="Shape 4"/>
          <p:cNvSpPr/>
          <p:nvPr/>
        </p:nvSpPr>
        <p:spPr>
          <a:xfrm>
            <a:off x="411480" y="1188720"/>
            <a:ext cx="8412480" cy="4096512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00273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 5"/>
          <p:cNvSpPr txBox="1"/>
          <p:nvPr/>
        </p:nvSpPr>
        <p:spPr>
          <a:xfrm>
            <a:off x="566928" y="1225296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750" b="1" i="0" spc="150">
                <a:solidFill>
                  <a:srgbClr val="000000"/>
                </a:solidFill>
                <a:latin typeface="Trenda IG Text"/>
              </a:rPr>
              <a:t>GOOGLE CLOUD · PHI BOUNDARY</a:t>
            </a:r>
            <a:r>
              <a:rPr sz="750" b="0" i="0">
                <a:solidFill>
                  <a:srgbClr val="595959"/>
                </a:solidFill>
                <a:latin typeface="Trenda IG Text"/>
              </a:rPr>
              <a:t>   PHI stays here</a:t>
            </a:r>
          </a:p>
        </p:txBody>
      </p:sp>
      <p:sp>
        <p:nvSpPr>
          <p:cNvPr id="7" name="Shape 6"/>
          <p:cNvSpPr/>
          <p:nvPr/>
        </p:nvSpPr>
        <p:spPr>
          <a:xfrm>
            <a:off x="566928" y="1554480"/>
            <a:ext cx="2587752" cy="342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452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hape 7"/>
          <p:cNvSpPr/>
          <p:nvPr/>
        </p:nvSpPr>
        <p:spPr>
          <a:xfrm>
            <a:off x="566928" y="1554480"/>
            <a:ext cx="2587752" cy="566928"/>
          </a:xfrm>
          <a:prstGeom prst="roundRect">
            <a:avLst>
              <a:gd name="adj" fmla="val 12000"/>
            </a:avLst>
          </a:prstGeom>
          <a:solidFill>
            <a:srgbClr val="EC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Shape 8"/>
          <p:cNvSpPr/>
          <p:nvPr/>
        </p:nvSpPr>
        <p:spPr>
          <a:xfrm>
            <a:off x="694944" y="1700784"/>
            <a:ext cx="274320" cy="274320"/>
          </a:xfrm>
          <a:prstGeom prst="rect">
            <a:avLst/>
          </a:prstGeom>
          <a:solidFill>
            <a:srgbClr val="452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 9"/>
          <p:cNvSpPr txBox="1"/>
          <p:nvPr/>
        </p:nvSpPr>
        <p:spPr>
          <a:xfrm>
            <a:off x="694944" y="170078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Trenda IG Text"/>
              </a:rPr>
              <a:t>1</a:t>
            </a:r>
          </a:p>
        </p:txBody>
      </p:sp>
      <p:sp>
        <p:nvSpPr>
          <p:cNvPr id="11" name="Text 10"/>
          <p:cNvSpPr txBox="1"/>
          <p:nvPr/>
        </p:nvSpPr>
        <p:spPr>
          <a:xfrm>
            <a:off x="1042416" y="1645920"/>
            <a:ext cx="20391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i="0" spc="120">
                <a:solidFill>
                  <a:srgbClr val="000000"/>
                </a:solidFill>
                <a:latin typeface="Trenda IG Text"/>
              </a:rPr>
              <a:t>GOVERN THE DATA</a:t>
            </a:r>
          </a:p>
          <a:p>
            <a:r>
              <a:rPr sz="700" b="0" i="0">
                <a:solidFill>
                  <a:srgbClr val="595959"/>
                </a:solidFill>
                <a:latin typeface="Trenda IG Text"/>
              </a:rPr>
              <a:t>ADDG</a:t>
            </a:r>
          </a:p>
        </p:txBody>
      </p:sp>
      <p:sp>
        <p:nvSpPr>
          <p:cNvPr id="12" name="Shape 11"/>
          <p:cNvSpPr/>
          <p:nvPr/>
        </p:nvSpPr>
        <p:spPr>
          <a:xfrm>
            <a:off x="731520" y="2304288"/>
            <a:ext cx="2258568" cy="51206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 12"/>
          <p:cNvSpPr txBox="1"/>
          <p:nvPr/>
        </p:nvSpPr>
        <p:spPr>
          <a:xfrm>
            <a:off x="841247" y="2304288"/>
            <a:ext cx="203911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000000"/>
                </a:solidFill>
                <a:latin typeface="Trenda IG Text"/>
              </a:rPr>
              <a:t>DLP classifies every column</a:t>
            </a:r>
          </a:p>
        </p:txBody>
      </p:sp>
      <p:cxnSp>
        <p:nvCxnSpPr>
          <p:cNvPr id="14" name="Arrow 13"/>
          <p:cNvCxnSpPr/>
          <p:nvPr/>
        </p:nvCxnSpPr>
        <p:spPr>
          <a:xfrm>
            <a:off x="1860804" y="2816352"/>
            <a:ext cx="0" cy="146304"/>
          </a:xfrm>
          <a:prstGeom prst="line">
            <a:avLst/>
          </a:prstGeom>
          <a:ln w="15875">
            <a:solidFill>
              <a:srgbClr val="4527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hape 14"/>
          <p:cNvSpPr/>
          <p:nvPr/>
        </p:nvSpPr>
        <p:spPr>
          <a:xfrm>
            <a:off x="731520" y="2962656"/>
            <a:ext cx="2258568" cy="512064"/>
          </a:xfrm>
          <a:prstGeom prst="roundRect">
            <a:avLst>
              <a:gd name="adj" fmla="val 15000"/>
            </a:avLst>
          </a:prstGeom>
          <a:solidFill>
            <a:srgbClr val="FFF7CC"/>
          </a:solidFill>
          <a:ln w="15875">
            <a:solidFill>
              <a:srgbClr val="C9A8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 15"/>
          <p:cNvSpPr txBox="1"/>
          <p:nvPr/>
        </p:nvSpPr>
        <p:spPr>
          <a:xfrm>
            <a:off x="841247" y="2962656"/>
            <a:ext cx="203911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1" i="0">
                <a:solidFill>
                  <a:srgbClr val="000000"/>
                </a:solidFill>
                <a:latin typeface="Trenda IG Text"/>
              </a:rPr>
              <a:t>Data steward approves · Collibra</a:t>
            </a:r>
          </a:p>
        </p:txBody>
      </p:sp>
      <p:cxnSp>
        <p:nvCxnSpPr>
          <p:cNvPr id="17" name="Arrow 16"/>
          <p:cNvCxnSpPr/>
          <p:nvPr/>
        </p:nvCxnSpPr>
        <p:spPr>
          <a:xfrm>
            <a:off x="1860804" y="3474720"/>
            <a:ext cx="0" cy="146304"/>
          </a:xfrm>
          <a:prstGeom prst="line">
            <a:avLst/>
          </a:prstGeom>
          <a:ln w="15875">
            <a:solidFill>
              <a:srgbClr val="4527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hape 17"/>
          <p:cNvSpPr/>
          <p:nvPr/>
        </p:nvSpPr>
        <p:spPr>
          <a:xfrm>
            <a:off x="731520" y="3621024"/>
            <a:ext cx="2258568" cy="51206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 18"/>
          <p:cNvSpPr txBox="1"/>
          <p:nvPr/>
        </p:nvSpPr>
        <p:spPr>
          <a:xfrm>
            <a:off x="841247" y="3621024"/>
            <a:ext cx="203911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000000"/>
                </a:solidFill>
                <a:latin typeface="Trenda IG Text"/>
              </a:rPr>
              <a:t>Policies applied in BigQuery: mask or raw access</a:t>
            </a:r>
          </a:p>
        </p:txBody>
      </p:sp>
      <p:sp>
        <p:nvSpPr>
          <p:cNvPr id="20" name="Shape 19"/>
          <p:cNvSpPr/>
          <p:nvPr/>
        </p:nvSpPr>
        <p:spPr>
          <a:xfrm>
            <a:off x="731520" y="4416552"/>
            <a:ext cx="2258568" cy="420624"/>
          </a:xfrm>
          <a:prstGeom prst="roundRect">
            <a:avLst>
              <a:gd name="adj" fmla="val 20000"/>
            </a:avLst>
          </a:prstGeom>
          <a:solidFill>
            <a:srgbClr val="452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 20"/>
          <p:cNvSpPr txBox="1"/>
          <p:nvPr/>
        </p:nvSpPr>
        <p:spPr>
          <a:xfrm>
            <a:off x="795528" y="4416552"/>
            <a:ext cx="2130552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Trenda IG Text"/>
              </a:rPr>
              <a:t>Every sensitive column protected and audited</a:t>
            </a:r>
          </a:p>
        </p:txBody>
      </p:sp>
      <p:sp>
        <p:nvSpPr>
          <p:cNvPr id="22" name="Shape 21"/>
          <p:cNvSpPr/>
          <p:nvPr/>
        </p:nvSpPr>
        <p:spPr>
          <a:xfrm>
            <a:off x="3337560" y="1554480"/>
            <a:ext cx="2587752" cy="342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0097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Shape 22"/>
          <p:cNvSpPr/>
          <p:nvPr/>
        </p:nvSpPr>
        <p:spPr>
          <a:xfrm>
            <a:off x="3337560" y="1554480"/>
            <a:ext cx="2587752" cy="566928"/>
          </a:xfrm>
          <a:prstGeom prst="roundRect">
            <a:avLst>
              <a:gd name="adj" fmla="val 12000"/>
            </a:avLst>
          </a:prstGeom>
          <a:solidFill>
            <a:srgbClr val="E0F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Shape 23"/>
          <p:cNvSpPr/>
          <p:nvPr/>
        </p:nvSpPr>
        <p:spPr>
          <a:xfrm>
            <a:off x="3465576" y="1700784"/>
            <a:ext cx="274320" cy="274320"/>
          </a:xfrm>
          <a:prstGeom prst="rect">
            <a:avLst/>
          </a:prstGeom>
          <a:solidFill>
            <a:srgbClr val="0097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 24"/>
          <p:cNvSpPr txBox="1"/>
          <p:nvPr/>
        </p:nvSpPr>
        <p:spPr>
          <a:xfrm>
            <a:off x="3465576" y="170078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Trenda IG Text"/>
              </a:rPr>
              <a:t>2</a:t>
            </a:r>
          </a:p>
        </p:txBody>
      </p:sp>
      <p:sp>
        <p:nvSpPr>
          <p:cNvPr id="26" name="Text 25"/>
          <p:cNvSpPr txBox="1"/>
          <p:nvPr/>
        </p:nvSpPr>
        <p:spPr>
          <a:xfrm>
            <a:off x="3813048" y="1645920"/>
            <a:ext cx="20391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i="0" spc="120">
                <a:solidFill>
                  <a:srgbClr val="000000"/>
                </a:solidFill>
                <a:latin typeface="Trenda IG Text"/>
              </a:rPr>
              <a:t>BUILD THE AUDIENCE</a:t>
            </a:r>
          </a:p>
          <a:p>
            <a:r>
              <a:rPr sz="700" b="0" i="0">
                <a:solidFill>
                  <a:srgbClr val="595959"/>
                </a:solidFill>
                <a:latin typeface="Trenda IG Text"/>
              </a:rPr>
              <a:t>minimum necessary</a:t>
            </a:r>
          </a:p>
        </p:txBody>
      </p:sp>
      <p:sp>
        <p:nvSpPr>
          <p:cNvPr id="27" name="Shape 26"/>
          <p:cNvSpPr/>
          <p:nvPr/>
        </p:nvSpPr>
        <p:spPr>
          <a:xfrm>
            <a:off x="3502152" y="2304288"/>
            <a:ext cx="2258568" cy="51206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 27"/>
          <p:cNvSpPr txBox="1"/>
          <p:nvPr/>
        </p:nvSpPr>
        <p:spPr>
          <a:xfrm>
            <a:off x="3611880" y="2304288"/>
            <a:ext cx="203911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000000"/>
                </a:solidFill>
                <a:latin typeface="Trenda IG Text"/>
              </a:rPr>
              <a:t>Views on protected data only</a:t>
            </a:r>
          </a:p>
        </p:txBody>
      </p:sp>
      <p:cxnSp>
        <p:nvCxnSpPr>
          <p:cNvPr id="29" name="Arrow 28"/>
          <p:cNvCxnSpPr/>
          <p:nvPr/>
        </p:nvCxnSpPr>
        <p:spPr>
          <a:xfrm>
            <a:off x="4631436" y="2816352"/>
            <a:ext cx="0" cy="146304"/>
          </a:xfrm>
          <a:prstGeom prst="line">
            <a:avLst/>
          </a:prstGeom>
          <a:ln w="15875">
            <a:solidFill>
              <a:srgbClr val="0097A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Shape 29"/>
          <p:cNvSpPr/>
          <p:nvPr/>
        </p:nvSpPr>
        <p:spPr>
          <a:xfrm>
            <a:off x="3502152" y="2962656"/>
            <a:ext cx="2258568" cy="51206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 30"/>
          <p:cNvSpPr txBox="1"/>
          <p:nvPr/>
        </p:nvSpPr>
        <p:spPr>
          <a:xfrm>
            <a:off x="3611880" y="2962656"/>
            <a:ext cx="203911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000000"/>
                </a:solidFill>
                <a:latin typeface="Trenda IG Text"/>
              </a:rPr>
              <a:t>Campaign mart: one table per campaign</a:t>
            </a:r>
          </a:p>
        </p:txBody>
      </p:sp>
      <p:cxnSp>
        <p:nvCxnSpPr>
          <p:cNvPr id="32" name="Arrow 31"/>
          <p:cNvCxnSpPr/>
          <p:nvPr/>
        </p:nvCxnSpPr>
        <p:spPr>
          <a:xfrm>
            <a:off x="4631436" y="3474720"/>
            <a:ext cx="0" cy="146304"/>
          </a:xfrm>
          <a:prstGeom prst="line">
            <a:avLst/>
          </a:prstGeom>
          <a:ln w="15875">
            <a:solidFill>
              <a:srgbClr val="0097A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Shape 32"/>
          <p:cNvSpPr/>
          <p:nvPr/>
        </p:nvSpPr>
        <p:spPr>
          <a:xfrm>
            <a:off x="3502152" y="3621024"/>
            <a:ext cx="2258568" cy="512064"/>
          </a:xfrm>
          <a:prstGeom prst="roundRect">
            <a:avLst>
              <a:gd name="adj" fmla="val 15000"/>
            </a:avLst>
          </a:prstGeom>
          <a:solidFill>
            <a:srgbClr val="FFF7CC"/>
          </a:solidFill>
          <a:ln w="15875">
            <a:solidFill>
              <a:srgbClr val="C9A8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 33"/>
          <p:cNvSpPr txBox="1"/>
          <p:nvPr/>
        </p:nvSpPr>
        <p:spPr>
          <a:xfrm>
            <a:off x="3611880" y="3621024"/>
            <a:ext cx="203911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1" i="0">
                <a:solidFill>
                  <a:srgbClr val="000000"/>
                </a:solidFill>
                <a:latin typeface="Trenda IG Text"/>
              </a:rPr>
              <a:t>Quality gate: untagged or stale blocks</a:t>
            </a:r>
          </a:p>
        </p:txBody>
      </p:sp>
      <p:sp>
        <p:nvSpPr>
          <p:cNvPr id="35" name="Shape 34"/>
          <p:cNvSpPr/>
          <p:nvPr/>
        </p:nvSpPr>
        <p:spPr>
          <a:xfrm>
            <a:off x="3502152" y="4416552"/>
            <a:ext cx="2258568" cy="420624"/>
          </a:xfrm>
          <a:prstGeom prst="roundRect">
            <a:avLst>
              <a:gd name="adj" fmla="val 20000"/>
            </a:avLst>
          </a:prstGeom>
          <a:solidFill>
            <a:srgbClr val="0097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 35"/>
          <p:cNvSpPr txBox="1"/>
          <p:nvPr/>
        </p:nvSpPr>
        <p:spPr>
          <a:xfrm>
            <a:off x="3566160" y="4416552"/>
            <a:ext cx="2130552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Trenda IG Text"/>
              </a:rPr>
              <a:t>A tokenized, minimum-necessary audience</a:t>
            </a:r>
          </a:p>
        </p:txBody>
      </p:sp>
      <p:sp>
        <p:nvSpPr>
          <p:cNvPr id="37" name="Shape 36"/>
          <p:cNvSpPr/>
          <p:nvPr/>
        </p:nvSpPr>
        <p:spPr>
          <a:xfrm>
            <a:off x="6108192" y="1554480"/>
            <a:ext cx="2587752" cy="342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C9A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Shape 37"/>
          <p:cNvSpPr/>
          <p:nvPr/>
        </p:nvSpPr>
        <p:spPr>
          <a:xfrm>
            <a:off x="6108192" y="1554480"/>
            <a:ext cx="2587752" cy="566928"/>
          </a:xfrm>
          <a:prstGeom prst="roundRect">
            <a:avLst>
              <a:gd name="adj" fmla="val 12000"/>
            </a:avLst>
          </a:prstGeom>
          <a:solidFill>
            <a:srgbClr val="FFF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Shape 38"/>
          <p:cNvSpPr/>
          <p:nvPr/>
        </p:nvSpPr>
        <p:spPr>
          <a:xfrm>
            <a:off x="6236208" y="1700784"/>
            <a:ext cx="274320" cy="274320"/>
          </a:xfrm>
          <a:prstGeom prst="rect">
            <a:avLst/>
          </a:prstGeom>
          <a:solidFill>
            <a:srgbClr val="C9A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 39"/>
          <p:cNvSpPr txBox="1"/>
          <p:nvPr/>
        </p:nvSpPr>
        <p:spPr>
          <a:xfrm>
            <a:off x="6236208" y="170078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Trenda IG Text"/>
              </a:rPr>
              <a:t>3</a:t>
            </a:r>
          </a:p>
        </p:txBody>
      </p:sp>
      <p:sp>
        <p:nvSpPr>
          <p:cNvPr id="41" name="Text 40"/>
          <p:cNvSpPr txBox="1"/>
          <p:nvPr/>
        </p:nvSpPr>
        <p:spPr>
          <a:xfrm>
            <a:off x="6583680" y="1645920"/>
            <a:ext cx="203911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1" i="0" spc="120">
                <a:solidFill>
                  <a:srgbClr val="000000"/>
                </a:solidFill>
                <a:latin typeface="Trenda IG Text"/>
              </a:rPr>
              <a:t>APPROVE AND PUBLISH</a:t>
            </a:r>
          </a:p>
          <a:p>
            <a:r>
              <a:rPr sz="700" b="0" i="0">
                <a:solidFill>
                  <a:srgbClr val="595959"/>
                </a:solidFill>
                <a:latin typeface="Trenda IG Text"/>
              </a:rPr>
              <a:t>people decide</a:t>
            </a:r>
          </a:p>
        </p:txBody>
      </p:sp>
      <p:sp>
        <p:nvSpPr>
          <p:cNvPr id="42" name="Shape 41"/>
          <p:cNvSpPr/>
          <p:nvPr/>
        </p:nvSpPr>
        <p:spPr>
          <a:xfrm>
            <a:off x="6272784" y="2304288"/>
            <a:ext cx="2258568" cy="512064"/>
          </a:xfrm>
          <a:prstGeom prst="roundRect">
            <a:avLst>
              <a:gd name="adj" fmla="val 15000"/>
            </a:avLst>
          </a:prstGeom>
          <a:solidFill>
            <a:srgbClr val="FFF7CC"/>
          </a:solidFill>
          <a:ln w="15875">
            <a:solidFill>
              <a:srgbClr val="C9A8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 42"/>
          <p:cNvSpPr txBox="1"/>
          <p:nvPr/>
        </p:nvSpPr>
        <p:spPr>
          <a:xfrm>
            <a:off x="6382512" y="2304288"/>
            <a:ext cx="203911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1" i="0">
                <a:solidFill>
                  <a:srgbClr val="000000"/>
                </a:solidFill>
                <a:latin typeface="Trenda IG Text"/>
              </a:rPr>
              <a:t>Named approver signs off in Looker</a:t>
            </a:r>
          </a:p>
        </p:txBody>
      </p:sp>
      <p:cxnSp>
        <p:nvCxnSpPr>
          <p:cNvPr id="44" name="Arrow 43"/>
          <p:cNvCxnSpPr/>
          <p:nvPr/>
        </p:nvCxnSpPr>
        <p:spPr>
          <a:xfrm>
            <a:off x="7402068" y="2816352"/>
            <a:ext cx="0" cy="146304"/>
          </a:xfrm>
          <a:prstGeom prst="line">
            <a:avLst/>
          </a:prstGeom>
          <a:ln w="15875">
            <a:solidFill>
              <a:srgbClr val="C9A8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Shape 44"/>
          <p:cNvSpPr/>
          <p:nvPr/>
        </p:nvSpPr>
        <p:spPr>
          <a:xfrm>
            <a:off x="6272784" y="2962656"/>
            <a:ext cx="2258568" cy="51206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 45"/>
          <p:cNvSpPr txBox="1"/>
          <p:nvPr/>
        </p:nvSpPr>
        <p:spPr>
          <a:xfrm>
            <a:off x="6382512" y="2962656"/>
            <a:ext cx="203911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000000"/>
                </a:solidFill>
                <a:latin typeface="Trenda IG Text"/>
              </a:rPr>
              <a:t>Approved extract: consent re-checked</a:t>
            </a:r>
          </a:p>
        </p:txBody>
      </p:sp>
      <p:cxnSp>
        <p:nvCxnSpPr>
          <p:cNvPr id="47" name="Arrow 46"/>
          <p:cNvCxnSpPr/>
          <p:nvPr/>
        </p:nvCxnSpPr>
        <p:spPr>
          <a:xfrm>
            <a:off x="7402068" y="3474720"/>
            <a:ext cx="0" cy="146304"/>
          </a:xfrm>
          <a:prstGeom prst="line">
            <a:avLst/>
          </a:prstGeom>
          <a:ln w="15875">
            <a:solidFill>
              <a:srgbClr val="C9A8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Shape 47"/>
          <p:cNvSpPr/>
          <p:nvPr/>
        </p:nvSpPr>
        <p:spPr>
          <a:xfrm>
            <a:off x="6272784" y="3621024"/>
            <a:ext cx="2258568" cy="51206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 48"/>
          <p:cNvSpPr txBox="1"/>
          <p:nvPr/>
        </p:nvSpPr>
        <p:spPr>
          <a:xfrm>
            <a:off x="6382512" y="3621024"/>
            <a:ext cx="203911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000000"/>
                </a:solidFill>
                <a:latin typeface="Trenda IG Text"/>
              </a:rPr>
              <a:t>Outbound bucket: Marketing Cloud pulls, read-only</a:t>
            </a:r>
          </a:p>
        </p:txBody>
      </p:sp>
      <p:sp>
        <p:nvSpPr>
          <p:cNvPr id="50" name="Shape 49"/>
          <p:cNvSpPr/>
          <p:nvPr/>
        </p:nvSpPr>
        <p:spPr>
          <a:xfrm>
            <a:off x="6272784" y="4416552"/>
            <a:ext cx="2258568" cy="420624"/>
          </a:xfrm>
          <a:prstGeom prst="roundRect">
            <a:avLst>
              <a:gd name="adj" fmla="val 20000"/>
            </a:avLst>
          </a:prstGeom>
          <a:solidFill>
            <a:srgbClr val="C9A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 50"/>
          <p:cNvSpPr txBox="1"/>
          <p:nvPr/>
        </p:nvSpPr>
        <p:spPr>
          <a:xfrm>
            <a:off x="6336792" y="4416552"/>
            <a:ext cx="2130552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 i="0">
                <a:solidFill>
                  <a:srgbClr val="000000"/>
                </a:solidFill>
                <a:latin typeface="Trenda IG Text"/>
              </a:rPr>
              <a:t>One approved file per run, tokenized IDs only</a:t>
            </a:r>
          </a:p>
        </p:txBody>
      </p:sp>
      <p:cxnSp>
        <p:nvCxnSpPr>
          <p:cNvPr id="52" name="Arrow 51"/>
          <p:cNvCxnSpPr/>
          <p:nvPr/>
        </p:nvCxnSpPr>
        <p:spPr>
          <a:xfrm>
            <a:off x="3172968" y="3268980"/>
            <a:ext cx="146304" cy="0"/>
          </a:xfrm>
          <a:prstGeom prst="line">
            <a:avLst/>
          </a:prstGeom>
          <a:ln w="28575">
            <a:solidFill>
              <a:srgbClr val="0027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Arrow 52"/>
          <p:cNvCxnSpPr/>
          <p:nvPr/>
        </p:nvCxnSpPr>
        <p:spPr>
          <a:xfrm>
            <a:off x="5943600" y="3268980"/>
            <a:ext cx="146304" cy="0"/>
          </a:xfrm>
          <a:prstGeom prst="line">
            <a:avLst/>
          </a:prstGeom>
          <a:ln w="28575">
            <a:solidFill>
              <a:srgbClr val="0027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Shape 53"/>
          <p:cNvSpPr/>
          <p:nvPr/>
        </p:nvSpPr>
        <p:spPr>
          <a:xfrm>
            <a:off x="9006840" y="1188720"/>
            <a:ext cx="2770632" cy="31089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 54"/>
          <p:cNvSpPr txBox="1"/>
          <p:nvPr/>
        </p:nvSpPr>
        <p:spPr>
          <a:xfrm>
            <a:off x="9098280" y="1188720"/>
            <a:ext cx="2587751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1" i="0" spc="120">
                <a:solidFill>
                  <a:srgbClr val="FFFFFF"/>
                </a:solidFill>
                <a:latin typeface="Trenda IG Text"/>
              </a:rPr>
              <a:t>4  MARKETING CLOUD PULLS</a:t>
            </a:r>
          </a:p>
        </p:txBody>
      </p:sp>
      <p:sp>
        <p:nvSpPr>
          <p:cNvPr id="56" name="Shape 55"/>
          <p:cNvSpPr/>
          <p:nvPr/>
        </p:nvSpPr>
        <p:spPr>
          <a:xfrm>
            <a:off x="9006840" y="1499616"/>
            <a:ext cx="2770632" cy="3785615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Shape 56"/>
          <p:cNvSpPr/>
          <p:nvPr/>
        </p:nvSpPr>
        <p:spPr>
          <a:xfrm>
            <a:off x="9144000" y="1627632"/>
            <a:ext cx="2496312" cy="640080"/>
          </a:xfrm>
          <a:prstGeom prst="roundRect">
            <a:avLst>
              <a:gd name="adj" fmla="val 12000"/>
            </a:avLst>
          </a:prstGeom>
          <a:solidFill>
            <a:srgbClr val="E0FAFE"/>
          </a:solidFill>
          <a:ln w="15875">
            <a:solidFill>
              <a:srgbClr val="0097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 57"/>
          <p:cNvSpPr txBox="1"/>
          <p:nvPr/>
        </p:nvSpPr>
        <p:spPr>
          <a:xfrm>
            <a:off x="9262872" y="1673352"/>
            <a:ext cx="225856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100"/>
              </a:spcAft>
            </a:pPr>
            <a:r>
              <a:rPr sz="900" b="1" i="0">
                <a:solidFill>
                  <a:srgbClr val="000000"/>
                </a:solidFill>
                <a:latin typeface="Trenda IG Text"/>
              </a:rPr>
              <a:t>Scheduled import</a:t>
            </a:r>
          </a:p>
          <a:p>
            <a:pPr>
              <a:spcAft>
                <a:spcPts val="100"/>
              </a:spcAft>
            </a:pPr>
            <a:r>
              <a:rPr sz="700" b="0" i="0">
                <a:solidFill>
                  <a:srgbClr val="595959"/>
                </a:solidFill>
                <a:latin typeface="Trenda IG Text"/>
              </a:rPr>
              <a:t>pulls the approved file, read-only</a:t>
            </a:r>
          </a:p>
        </p:txBody>
      </p:sp>
      <p:cxnSp>
        <p:nvCxnSpPr>
          <p:cNvPr id="59" name="Arrow 58"/>
          <p:cNvCxnSpPr/>
          <p:nvPr/>
        </p:nvCxnSpPr>
        <p:spPr>
          <a:xfrm>
            <a:off x="10392156" y="2267712"/>
            <a:ext cx="0" cy="146304"/>
          </a:xfrm>
          <a:prstGeom prst="line">
            <a:avLst/>
          </a:prstGeom>
          <a:ln w="15875">
            <a:solidFill>
              <a:srgbClr val="0027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Differentiator Border 60"/>
          <p:cNvSpPr/>
          <p:nvPr/>
        </p:nvSpPr>
        <p:spPr>
          <a:xfrm>
            <a:off x="9144000" y="2414016"/>
            <a:ext cx="2496312" cy="640080"/>
          </a:xfrm>
          <a:prstGeom prst="rect">
            <a:avLst/>
          </a:prstGeom>
          <a:gradFill rotWithShape="1">
            <a:gsLst>
              <a:gs pos="0">
                <a:srgbClr val="FFD700"/>
              </a:gs>
              <a:gs pos="50000">
                <a:srgbClr val="FF0069"/>
              </a:gs>
              <a:gs pos="100000">
                <a:srgbClr val="00D6F2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Shape 61"/>
          <p:cNvSpPr/>
          <p:nvPr/>
        </p:nvSpPr>
        <p:spPr>
          <a:xfrm>
            <a:off x="9180576" y="2450592"/>
            <a:ext cx="24231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 62"/>
          <p:cNvSpPr txBox="1"/>
          <p:nvPr/>
        </p:nvSpPr>
        <p:spPr>
          <a:xfrm>
            <a:off x="9262872" y="2459736"/>
            <a:ext cx="225856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100"/>
              </a:spcAft>
            </a:pPr>
            <a:r>
              <a:rPr sz="900" b="1" i="0">
                <a:solidFill>
                  <a:srgbClr val="000000"/>
                </a:solidFill>
                <a:latin typeface="Trenda IG Text"/>
              </a:rPr>
              <a:t>Campaign data extension</a:t>
            </a:r>
          </a:p>
          <a:p>
            <a:pPr>
              <a:spcAft>
                <a:spcPts val="100"/>
              </a:spcAft>
            </a:pPr>
            <a:r>
              <a:rPr sz="700" b="0" i="0">
                <a:solidFill>
                  <a:srgbClr val="595959"/>
                </a:solidFill>
                <a:latin typeface="Trenda IG Text"/>
              </a:rPr>
              <a:t>tokenized IDs and send-time fields</a:t>
            </a:r>
          </a:p>
        </p:txBody>
      </p:sp>
      <p:cxnSp>
        <p:nvCxnSpPr>
          <p:cNvPr id="63" name="Arrow 63"/>
          <p:cNvCxnSpPr/>
          <p:nvPr/>
        </p:nvCxnSpPr>
        <p:spPr>
          <a:xfrm>
            <a:off x="10392156" y="3054096"/>
            <a:ext cx="0" cy="146304"/>
          </a:xfrm>
          <a:prstGeom prst="line">
            <a:avLst/>
          </a:prstGeom>
          <a:ln w="15875">
            <a:solidFill>
              <a:srgbClr val="0027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Shape 64"/>
          <p:cNvSpPr/>
          <p:nvPr/>
        </p:nvSpPr>
        <p:spPr>
          <a:xfrm>
            <a:off x="9144000" y="3200400"/>
            <a:ext cx="2496312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2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 65"/>
          <p:cNvSpPr txBox="1"/>
          <p:nvPr/>
        </p:nvSpPr>
        <p:spPr>
          <a:xfrm>
            <a:off x="9262872" y="3246120"/>
            <a:ext cx="225856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100"/>
              </a:spcAft>
            </a:pPr>
            <a:r>
              <a:rPr sz="900" b="1" i="0">
                <a:solidFill>
                  <a:srgbClr val="000000"/>
                </a:solidFill>
                <a:latin typeface="Trenda IG Text"/>
              </a:rPr>
              <a:t>Journey Builder</a:t>
            </a:r>
          </a:p>
          <a:p>
            <a:pPr>
              <a:spcAft>
                <a:spcPts val="100"/>
              </a:spcAft>
            </a:pPr>
            <a:r>
              <a:rPr sz="700" b="0" i="0">
                <a:solidFill>
                  <a:srgbClr val="595959"/>
                </a:solidFill>
                <a:latin typeface="Trenda IG Text"/>
              </a:rPr>
              <a:t>consent, frequency caps, STOP</a:t>
            </a:r>
          </a:p>
        </p:txBody>
      </p:sp>
      <p:cxnSp>
        <p:nvCxnSpPr>
          <p:cNvPr id="66" name="Arrow 66"/>
          <p:cNvCxnSpPr/>
          <p:nvPr/>
        </p:nvCxnSpPr>
        <p:spPr>
          <a:xfrm>
            <a:off x="10392156" y="3840480"/>
            <a:ext cx="0" cy="146304"/>
          </a:xfrm>
          <a:prstGeom prst="line">
            <a:avLst/>
          </a:prstGeom>
          <a:ln w="15875">
            <a:solidFill>
              <a:srgbClr val="0027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Shape 67"/>
          <p:cNvSpPr/>
          <p:nvPr/>
        </p:nvSpPr>
        <p:spPr>
          <a:xfrm>
            <a:off x="9144000" y="3986784"/>
            <a:ext cx="2496312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2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 68"/>
          <p:cNvSpPr txBox="1"/>
          <p:nvPr/>
        </p:nvSpPr>
        <p:spPr>
          <a:xfrm>
            <a:off x="9262872" y="4032504"/>
            <a:ext cx="225856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100"/>
              </a:spcAft>
            </a:pPr>
            <a:r>
              <a:rPr sz="900" b="1" i="0">
                <a:solidFill>
                  <a:srgbClr val="000000"/>
                </a:solidFill>
                <a:latin typeface="Trenda IG Text"/>
              </a:rPr>
              <a:t>SMS or email nudge</a:t>
            </a:r>
          </a:p>
          <a:p>
            <a:pPr>
              <a:spcAft>
                <a:spcPts val="100"/>
              </a:spcAft>
            </a:pPr>
            <a:r>
              <a:rPr sz="700" b="0" i="0">
                <a:solidFill>
                  <a:srgbClr val="595959"/>
                </a:solidFill>
                <a:latin typeface="Trenda IG Text"/>
              </a:rPr>
              <a:t>no clinical wording, no identifiers</a:t>
            </a:r>
          </a:p>
        </p:txBody>
      </p:sp>
      <p:cxnSp>
        <p:nvCxnSpPr>
          <p:cNvPr id="69" name="Arrow 69"/>
          <p:cNvCxnSpPr/>
          <p:nvPr/>
        </p:nvCxnSpPr>
        <p:spPr>
          <a:xfrm>
            <a:off x="8695944" y="3877056"/>
            <a:ext cx="219456" cy="0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Arrow 70"/>
          <p:cNvCxnSpPr/>
          <p:nvPr/>
        </p:nvCxnSpPr>
        <p:spPr>
          <a:xfrm flipV="1">
            <a:off x="8915400" y="1947672"/>
            <a:ext cx="0" cy="1929384"/>
          </a:xfrm>
          <a:prstGeom prst="line">
            <a:avLst/>
          </a:prstGeom>
          <a:ln w="2857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Arrow 71"/>
          <p:cNvCxnSpPr/>
          <p:nvPr/>
        </p:nvCxnSpPr>
        <p:spPr>
          <a:xfrm>
            <a:off x="8915400" y="1947672"/>
            <a:ext cx="228600" cy="0"/>
          </a:xfrm>
          <a:prstGeom prst="line">
            <a:avLst/>
          </a:prstGeom>
          <a:ln w="285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Arrow 72"/>
          <p:cNvCxnSpPr/>
          <p:nvPr/>
        </p:nvCxnSpPr>
        <p:spPr>
          <a:xfrm>
            <a:off x="10392156" y="5285231"/>
            <a:ext cx="0" cy="201169"/>
          </a:xfrm>
          <a:prstGeom prst="line">
            <a:avLst/>
          </a:prstGeom>
          <a:ln w="22225">
            <a:solidFill>
              <a:srgbClr val="56E1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Arrow 73"/>
          <p:cNvCxnSpPr/>
          <p:nvPr/>
        </p:nvCxnSpPr>
        <p:spPr>
          <a:xfrm flipH="1">
            <a:off x="4754880" y="5486400"/>
            <a:ext cx="5637276" cy="0"/>
          </a:xfrm>
          <a:prstGeom prst="line">
            <a:avLst/>
          </a:prstGeom>
          <a:ln w="22225">
            <a:solidFill>
              <a:srgbClr val="56E1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Arrow 74"/>
          <p:cNvCxnSpPr/>
          <p:nvPr/>
        </p:nvCxnSpPr>
        <p:spPr>
          <a:xfrm flipV="1">
            <a:off x="4754880" y="5285232"/>
            <a:ext cx="0" cy="201168"/>
          </a:xfrm>
          <a:prstGeom prst="line">
            <a:avLst/>
          </a:prstGeom>
          <a:ln w="22225">
            <a:solidFill>
              <a:srgbClr val="56E1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Shape 75"/>
          <p:cNvSpPr/>
          <p:nvPr/>
        </p:nvSpPr>
        <p:spPr>
          <a:xfrm>
            <a:off x="5486400" y="5408676"/>
            <a:ext cx="3108960" cy="155448"/>
          </a:xfrm>
          <a:prstGeom prst="roundRect">
            <a:avLst>
              <a:gd name="adj" fmla="val 50000"/>
            </a:avLst>
          </a:prstGeom>
          <a:solidFill>
            <a:srgbClr val="56E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Text 76"/>
          <p:cNvSpPr txBox="1"/>
          <p:nvPr/>
        </p:nvSpPr>
        <p:spPr>
          <a:xfrm>
            <a:off x="5486400" y="5408676"/>
            <a:ext cx="310896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60" b="1" i="0" spc="60">
                <a:solidFill>
                  <a:srgbClr val="FFFFFF"/>
                </a:solidFill>
                <a:latin typeface="Trenda IG Text"/>
              </a:rPr>
              <a:t>← BOOKED VISITS COME BACK INSIDE: LIFT AGAINST A HOLDOUT</a:t>
            </a:r>
          </a:p>
        </p:txBody>
      </p:sp>
      <p:sp>
        <p:nvSpPr>
          <p:cNvPr id="77" name="Shape 77"/>
          <p:cNvSpPr/>
          <p:nvPr/>
        </p:nvSpPr>
        <p:spPr>
          <a:xfrm>
            <a:off x="411480" y="5687568"/>
            <a:ext cx="3666744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Shape 78"/>
          <p:cNvSpPr/>
          <p:nvPr/>
        </p:nvSpPr>
        <p:spPr>
          <a:xfrm>
            <a:off x="411480" y="5687568"/>
            <a:ext cx="54864" cy="566928"/>
          </a:xfrm>
          <a:prstGeom prst="rect">
            <a:avLst/>
          </a:prstGeom>
          <a:solidFill>
            <a:srgbClr val="452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Text 79"/>
          <p:cNvSpPr txBox="1"/>
          <p:nvPr/>
        </p:nvSpPr>
        <p:spPr>
          <a:xfrm>
            <a:off x="594360" y="5733288"/>
            <a:ext cx="3392424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100"/>
              </a:spcAft>
            </a:pPr>
            <a:r>
              <a:rPr sz="900" b="1" i="0">
                <a:solidFill>
                  <a:srgbClr val="000000"/>
                </a:solidFill>
                <a:latin typeface="Trenda IG Text"/>
              </a:rPr>
              <a:t>PHI never leaves Google Cloud</a:t>
            </a:r>
          </a:p>
          <a:p>
            <a:pPr>
              <a:spcAft>
                <a:spcPts val="100"/>
              </a:spcAft>
            </a:pPr>
            <a:r>
              <a:rPr sz="750" b="0" i="0">
                <a:solidFill>
                  <a:srgbClr val="595959"/>
                </a:solidFill>
                <a:latin typeface="Trenda IG Text"/>
              </a:rPr>
              <a:t>Marketing Cloud sees tokenized IDs and send-time fields only.</a:t>
            </a:r>
          </a:p>
        </p:txBody>
      </p:sp>
      <p:sp>
        <p:nvSpPr>
          <p:cNvPr id="80" name="Shape 80"/>
          <p:cNvSpPr/>
          <p:nvPr/>
        </p:nvSpPr>
        <p:spPr>
          <a:xfrm>
            <a:off x="4261104" y="5687568"/>
            <a:ext cx="3666744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Shape 81"/>
          <p:cNvSpPr/>
          <p:nvPr/>
        </p:nvSpPr>
        <p:spPr>
          <a:xfrm>
            <a:off x="4261104" y="5687568"/>
            <a:ext cx="54864" cy="566928"/>
          </a:xfrm>
          <a:prstGeom prst="rect">
            <a:avLst/>
          </a:prstGeom>
          <a:solidFill>
            <a:srgbClr val="C9A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Text 82"/>
          <p:cNvSpPr txBox="1"/>
          <p:nvPr/>
        </p:nvSpPr>
        <p:spPr>
          <a:xfrm>
            <a:off x="4443984" y="5733288"/>
            <a:ext cx="3392424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100"/>
              </a:spcAft>
            </a:pPr>
            <a:r>
              <a:rPr sz="900" b="1" i="0">
                <a:solidFill>
                  <a:srgbClr val="000000"/>
                </a:solidFill>
                <a:latin typeface="Trenda IG Text"/>
              </a:rPr>
              <a:t>People approve before data moves</a:t>
            </a:r>
          </a:p>
          <a:p>
            <a:pPr>
              <a:spcAft>
                <a:spcPts val="100"/>
              </a:spcAft>
            </a:pPr>
            <a:r>
              <a:rPr sz="750" b="0" i="0">
                <a:solidFill>
                  <a:srgbClr val="595959"/>
                </a:solidFill>
                <a:latin typeface="Trenda IG Text"/>
              </a:rPr>
              <a:t>Data steward for every column; named approver for every audience.</a:t>
            </a:r>
          </a:p>
        </p:txBody>
      </p:sp>
      <p:sp>
        <p:nvSpPr>
          <p:cNvPr id="83" name="Shape 83"/>
          <p:cNvSpPr/>
          <p:nvPr/>
        </p:nvSpPr>
        <p:spPr>
          <a:xfrm>
            <a:off x="8110727" y="5687568"/>
            <a:ext cx="3666744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Shape 84"/>
          <p:cNvSpPr/>
          <p:nvPr/>
        </p:nvSpPr>
        <p:spPr>
          <a:xfrm>
            <a:off x="8110727" y="5687568"/>
            <a:ext cx="54864" cy="566928"/>
          </a:xfrm>
          <a:prstGeom prst="rect">
            <a:avLst/>
          </a:prstGeom>
          <a:solidFill>
            <a:srgbClr val="56E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Text 85"/>
          <p:cNvSpPr txBox="1"/>
          <p:nvPr/>
        </p:nvSpPr>
        <p:spPr>
          <a:xfrm>
            <a:off x="8293607" y="5733288"/>
            <a:ext cx="3392424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100"/>
              </a:spcAft>
            </a:pPr>
            <a:r>
              <a:rPr sz="900" b="1" i="0">
                <a:solidFill>
                  <a:srgbClr val="000000"/>
                </a:solidFill>
                <a:latin typeface="Trenda IG Text"/>
              </a:rPr>
              <a:t>Every step is auditable</a:t>
            </a:r>
          </a:p>
          <a:p>
            <a:pPr>
              <a:spcAft>
                <a:spcPts val="100"/>
              </a:spcAft>
            </a:pPr>
            <a:r>
              <a:rPr sz="750" b="0" i="0">
                <a:solidFill>
                  <a:srgbClr val="595959"/>
                </a:solidFill>
                <a:latin typeface="Trenda IG Text"/>
              </a:rPr>
              <a:t>Policies, approvals, files and outcomes all recorded in BigQuery.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1"/>
          <p:cNvSpPr txBox="1"/>
          <p:nvPr/>
        </p:nvSpPr>
        <p:spPr>
          <a:xfrm>
            <a:off x="411480" y="201168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1" i="0" spc="300">
                <a:solidFill>
                  <a:srgbClr val="000000"/>
                </a:solidFill>
                <a:latin typeface="Trenda IG Text"/>
              </a:rPr>
              <a:t>ASCENSION · CAMPAIGN DATA GOVERNANCE</a:t>
            </a:r>
          </a:p>
        </p:txBody>
      </p:sp>
      <p:sp>
        <p:nvSpPr>
          <p:cNvPr id="3" name="Text 2"/>
          <p:cNvSpPr txBox="1"/>
          <p:nvPr/>
        </p:nvSpPr>
        <p:spPr>
          <a:xfrm>
            <a:off x="411480" y="384048"/>
            <a:ext cx="1136599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200" b="1" i="0">
                <a:solidFill>
                  <a:srgbClr val="000000"/>
                </a:solidFill>
                <a:latin typeface="Trenda IG Text"/>
              </a:rPr>
              <a:t>Detailed design: from classified columns to the data extension Marketing Cloud pulls</a:t>
            </a:r>
          </a:p>
        </p:txBody>
      </p:sp>
      <p:sp>
        <p:nvSpPr>
          <p:cNvPr id="4" name="Text 3"/>
          <p:cNvSpPr txBox="1"/>
          <p:nvPr/>
        </p:nvSpPr>
        <p:spPr>
          <a:xfrm>
            <a:off x="411480" y="804672"/>
            <a:ext cx="1136599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0" i="0">
                <a:solidFill>
                  <a:srgbClr val="595959"/>
                </a:solidFill>
                <a:latin typeface="Trenda IG Text"/>
              </a:rPr>
              <a:t>PHI stays in Google Cloud. Every column is classified, steward-approved and protected before a campaign uses it; Marketing Cloud gets only a tokenized, approved audience.</a:t>
            </a:r>
          </a:p>
        </p:txBody>
      </p:sp>
      <p:sp>
        <p:nvSpPr>
          <p:cNvPr id="5" name="Shape 4"/>
          <p:cNvSpPr/>
          <p:nvPr/>
        </p:nvSpPr>
        <p:spPr>
          <a:xfrm>
            <a:off x="411480" y="1161288"/>
            <a:ext cx="8339327" cy="4453128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00273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 5"/>
          <p:cNvSpPr txBox="1"/>
          <p:nvPr/>
        </p:nvSpPr>
        <p:spPr>
          <a:xfrm>
            <a:off x="548640" y="1188720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700" b="1" i="0" spc="150">
                <a:solidFill>
                  <a:srgbClr val="000000"/>
                </a:solidFill>
                <a:latin typeface="Trenda IG Text"/>
              </a:rPr>
              <a:t>GOOGLE CLOUD · PHI BOUNDARY</a:t>
            </a:r>
            <a:r>
              <a:rPr sz="700" b="0" i="0">
                <a:solidFill>
                  <a:srgbClr val="595959"/>
                </a:solidFill>
                <a:latin typeface="Trenda IG Text"/>
              </a:rPr>
              <a:t>   VPC Service Controls · CMEK · audit logs to a locked sink · no direct marketing access</a:t>
            </a:r>
          </a:p>
        </p:txBody>
      </p:sp>
      <p:sp>
        <p:nvSpPr>
          <p:cNvPr id="7" name="Shape 6"/>
          <p:cNvSpPr/>
          <p:nvPr/>
        </p:nvSpPr>
        <p:spPr>
          <a:xfrm>
            <a:off x="475488" y="1444752"/>
            <a:ext cx="8211312" cy="1865376"/>
          </a:xfrm>
          <a:prstGeom prst="roundRect">
            <a:avLst>
              <a:gd name="adj" fmla="val 3000"/>
            </a:avLst>
          </a:prstGeom>
          <a:solidFill>
            <a:srgbClr val="ECE9F5"/>
          </a:solidFill>
          <a:ln w="9525">
            <a:solidFill>
              <a:srgbClr val="452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hape 7"/>
          <p:cNvSpPr/>
          <p:nvPr/>
        </p:nvSpPr>
        <p:spPr>
          <a:xfrm>
            <a:off x="548640" y="1499616"/>
            <a:ext cx="182880" cy="182880"/>
          </a:xfrm>
          <a:prstGeom prst="rect">
            <a:avLst/>
          </a:prstGeom>
          <a:solidFill>
            <a:srgbClr val="452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 8"/>
          <p:cNvSpPr txBox="1"/>
          <p:nvPr/>
        </p:nvSpPr>
        <p:spPr>
          <a:xfrm>
            <a:off x="548640" y="1499616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Trenda IG Text"/>
              </a:rPr>
              <a:t>1</a:t>
            </a:r>
          </a:p>
        </p:txBody>
      </p:sp>
      <p:sp>
        <p:nvSpPr>
          <p:cNvPr id="10" name="Text 9"/>
          <p:cNvSpPr txBox="1"/>
          <p:nvPr/>
        </p:nvSpPr>
        <p:spPr>
          <a:xfrm>
            <a:off x="786384" y="1490472"/>
            <a:ext cx="780897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700" b="1" i="0" spc="150">
                <a:solidFill>
                  <a:srgbClr val="000000"/>
                </a:solidFill>
                <a:latin typeface="Trenda IG Text"/>
              </a:rPr>
              <a:t>GOVERN THE DATA · ADDG</a:t>
            </a:r>
            <a:r>
              <a:rPr sz="700" b="0" i="0">
                <a:solidFill>
                  <a:srgbClr val="595959"/>
                </a:solidFill>
                <a:latin typeface="Trenda IG Text"/>
              </a:rPr>
              <a:t>   classify, approve, protect, prove: governance tier asc-ahnat-datarepository</a:t>
            </a:r>
          </a:p>
        </p:txBody>
      </p:sp>
      <p:sp>
        <p:nvSpPr>
          <p:cNvPr id="11" name="Shape 10"/>
          <p:cNvSpPr/>
          <p:nvPr/>
        </p:nvSpPr>
        <p:spPr>
          <a:xfrm>
            <a:off x="548640" y="1719072"/>
            <a:ext cx="1883664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452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 11"/>
          <p:cNvSpPr txBox="1"/>
          <p:nvPr/>
        </p:nvSpPr>
        <p:spPr>
          <a:xfrm>
            <a:off x="630936" y="1764792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760" b="1" i="0">
                <a:solidFill>
                  <a:srgbClr val="000000"/>
                </a:solidFill>
                <a:latin typeface="Trenda IG Text"/>
              </a:rPr>
              <a:t>Source data</a:t>
            </a:r>
          </a:p>
        </p:txBody>
      </p:sp>
      <p:sp>
        <p:nvSpPr>
          <p:cNvPr id="13" name="Text 12"/>
          <p:cNvSpPr txBox="1"/>
          <p:nvPr/>
        </p:nvSpPr>
        <p:spPr>
          <a:xfrm>
            <a:off x="630936" y="1956815"/>
            <a:ext cx="1719072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10" b="0" i="0">
                <a:solidFill>
                  <a:srgbClr val="2B2B2B"/>
                </a:solidFill>
                <a:latin typeface="Trenda IG Text"/>
              </a:rPr>
              <a:t>17 production projects in BigQuery (asc-datalake): clinical and engagement tables.</a:t>
            </a:r>
          </a:p>
        </p:txBody>
      </p:sp>
      <p:sp>
        <p:nvSpPr>
          <p:cNvPr id="14" name="Shape 13"/>
          <p:cNvSpPr/>
          <p:nvPr/>
        </p:nvSpPr>
        <p:spPr>
          <a:xfrm>
            <a:off x="2624328" y="1719072"/>
            <a:ext cx="1883664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452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Shape 14"/>
          <p:cNvSpPr/>
          <p:nvPr/>
        </p:nvSpPr>
        <p:spPr>
          <a:xfrm>
            <a:off x="3913631" y="1783080"/>
            <a:ext cx="530352" cy="1371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 15"/>
          <p:cNvSpPr txBox="1"/>
          <p:nvPr/>
        </p:nvSpPr>
        <p:spPr>
          <a:xfrm>
            <a:off x="3913631" y="1783080"/>
            <a:ext cx="53035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80" b="1" i="0" spc="60">
                <a:solidFill>
                  <a:srgbClr val="595959"/>
                </a:solidFill>
                <a:latin typeface="Trenda IG Text"/>
              </a:rPr>
              <a:t>UPSTREAM</a:t>
            </a:r>
          </a:p>
        </p:txBody>
      </p:sp>
      <p:sp>
        <p:nvSpPr>
          <p:cNvPr id="17" name="Text 16"/>
          <p:cNvSpPr txBox="1"/>
          <p:nvPr/>
        </p:nvSpPr>
        <p:spPr>
          <a:xfrm>
            <a:off x="2706624" y="1764792"/>
            <a:ext cx="116128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760" b="1" i="0">
                <a:solidFill>
                  <a:srgbClr val="000000"/>
                </a:solidFill>
                <a:latin typeface="Trenda IG Text"/>
              </a:rPr>
              <a:t>DLP classification</a:t>
            </a:r>
          </a:p>
        </p:txBody>
      </p:sp>
      <p:sp>
        <p:nvSpPr>
          <p:cNvPr id="18" name="Text 17"/>
          <p:cNvSpPr txBox="1"/>
          <p:nvPr/>
        </p:nvSpPr>
        <p:spPr>
          <a:xfrm>
            <a:off x="2706624" y="1956815"/>
            <a:ext cx="1719072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10" b="0" i="0">
                <a:solidFill>
                  <a:srgbClr val="2B2B2B"/>
                </a:solidFill>
                <a:latin typeface="Trenda IG Text"/>
              </a:rPr>
              <a:t>Cloud DLP scans every column and proposes an infotype: name, DOB, MRN, phone.</a:t>
            </a:r>
          </a:p>
        </p:txBody>
      </p:sp>
      <p:sp>
        <p:nvSpPr>
          <p:cNvPr id="19" name="Shape 18"/>
          <p:cNvSpPr/>
          <p:nvPr/>
        </p:nvSpPr>
        <p:spPr>
          <a:xfrm>
            <a:off x="4700016" y="1719072"/>
            <a:ext cx="1883664" cy="658368"/>
          </a:xfrm>
          <a:prstGeom prst="roundRect">
            <a:avLst>
              <a:gd name="adj" fmla="val 8000"/>
            </a:avLst>
          </a:prstGeom>
          <a:solidFill>
            <a:srgbClr val="FFF7CC"/>
          </a:solidFill>
          <a:ln w="19050">
            <a:solidFill>
              <a:srgbClr val="C9A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hape 19"/>
          <p:cNvSpPr/>
          <p:nvPr/>
        </p:nvSpPr>
        <p:spPr>
          <a:xfrm>
            <a:off x="5989319" y="1783080"/>
            <a:ext cx="530352" cy="1371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 20"/>
          <p:cNvSpPr txBox="1"/>
          <p:nvPr/>
        </p:nvSpPr>
        <p:spPr>
          <a:xfrm>
            <a:off x="5989319" y="1783080"/>
            <a:ext cx="530352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80" b="1" i="0" spc="60">
                <a:solidFill>
                  <a:srgbClr val="595959"/>
                </a:solidFill>
                <a:latin typeface="Trenda IG Text"/>
              </a:rPr>
              <a:t>UPSTREAM</a:t>
            </a:r>
          </a:p>
        </p:txBody>
      </p:sp>
      <p:sp>
        <p:nvSpPr>
          <p:cNvPr id="22" name="Text 21"/>
          <p:cNvSpPr txBox="1"/>
          <p:nvPr/>
        </p:nvSpPr>
        <p:spPr>
          <a:xfrm>
            <a:off x="4782312" y="1764792"/>
            <a:ext cx="116128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760" b="1" i="0">
                <a:solidFill>
                  <a:srgbClr val="000000"/>
                </a:solidFill>
                <a:latin typeface="Trenda IG Text"/>
              </a:rPr>
              <a:t>Steward review · Collibra</a:t>
            </a:r>
          </a:p>
        </p:txBody>
      </p:sp>
      <p:sp>
        <p:nvSpPr>
          <p:cNvPr id="23" name="Text 22"/>
          <p:cNvSpPr txBox="1"/>
          <p:nvPr/>
        </p:nvSpPr>
        <p:spPr>
          <a:xfrm>
            <a:off x="4782312" y="1956815"/>
            <a:ext cx="1719072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10" b="0" i="0">
                <a:solidFill>
                  <a:srgbClr val="2B2B2B"/>
                </a:solidFill>
                <a:latin typeface="Trenda IG Text"/>
              </a:rPr>
              <a:t>A data steward approves or rejects each classification. Nothing changes before.</a:t>
            </a:r>
          </a:p>
        </p:txBody>
      </p:sp>
      <p:sp>
        <p:nvSpPr>
          <p:cNvPr id="24" name="Shape 23"/>
          <p:cNvSpPr/>
          <p:nvPr/>
        </p:nvSpPr>
        <p:spPr>
          <a:xfrm>
            <a:off x="6775704" y="1719072"/>
            <a:ext cx="1883664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452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Shape 24"/>
          <p:cNvSpPr/>
          <p:nvPr/>
        </p:nvSpPr>
        <p:spPr>
          <a:xfrm>
            <a:off x="8215883" y="1783080"/>
            <a:ext cx="379476" cy="137160"/>
          </a:xfrm>
          <a:prstGeom prst="roundRect">
            <a:avLst>
              <a:gd name="adj" fmla="val 50000"/>
            </a:avLst>
          </a:prstGeom>
          <a:solidFill>
            <a:srgbClr val="56E13B"/>
          </a:solidFill>
          <a:ln w="6350">
            <a:solidFill>
              <a:srgbClr val="56E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 25"/>
          <p:cNvSpPr txBox="1"/>
          <p:nvPr/>
        </p:nvSpPr>
        <p:spPr>
          <a:xfrm>
            <a:off x="8215883" y="1783080"/>
            <a:ext cx="379476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80" b="1" i="0" spc="60">
                <a:solidFill>
                  <a:srgbClr val="FFFFFF"/>
                </a:solidFill>
                <a:latin typeface="Trenda IG Text"/>
              </a:rPr>
              <a:t>BUILT</a:t>
            </a:r>
          </a:p>
        </p:txBody>
      </p:sp>
      <p:sp>
        <p:nvSpPr>
          <p:cNvPr id="27" name="Text 26"/>
          <p:cNvSpPr txBox="1"/>
          <p:nvPr/>
        </p:nvSpPr>
        <p:spPr>
          <a:xfrm>
            <a:off x="6858000" y="1764792"/>
            <a:ext cx="1312164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760" b="1" i="0">
                <a:solidFill>
                  <a:srgbClr val="000000"/>
                </a:solidFill>
                <a:latin typeface="Trenda IG Text"/>
              </a:rPr>
              <a:t>Reviewed classifications</a:t>
            </a:r>
          </a:p>
        </p:txBody>
      </p:sp>
      <p:sp>
        <p:nvSpPr>
          <p:cNvPr id="28" name="Text 27"/>
          <p:cNvSpPr txBox="1"/>
          <p:nvPr/>
        </p:nvSpPr>
        <p:spPr>
          <a:xfrm>
            <a:off x="6858000" y="1956815"/>
            <a:ext cx="1719072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10" b="0" i="0">
                <a:solidFill>
                  <a:srgbClr val="2B2B2B"/>
                </a:solidFill>
                <a:latin typeface="Trenda IG Text"/>
              </a:rPr>
              <a:t>One governed table, keyed by project, dataset, table and column: the single list.</a:t>
            </a:r>
          </a:p>
        </p:txBody>
      </p:sp>
      <p:sp>
        <p:nvSpPr>
          <p:cNvPr id="29" name="Shape 28"/>
          <p:cNvSpPr/>
          <p:nvPr/>
        </p:nvSpPr>
        <p:spPr>
          <a:xfrm>
            <a:off x="6775704" y="2578608"/>
            <a:ext cx="1883664" cy="658368"/>
          </a:xfrm>
          <a:prstGeom prst="roundRect">
            <a:avLst>
              <a:gd name="adj" fmla="val 8000"/>
            </a:avLst>
          </a:prstGeom>
          <a:solidFill>
            <a:srgbClr val="FFF7CC"/>
          </a:solidFill>
          <a:ln w="15875">
            <a:solidFill>
              <a:srgbClr val="C9A8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Shape 29"/>
          <p:cNvSpPr/>
          <p:nvPr/>
        </p:nvSpPr>
        <p:spPr>
          <a:xfrm>
            <a:off x="8215883" y="2642615"/>
            <a:ext cx="379476" cy="137160"/>
          </a:xfrm>
          <a:prstGeom prst="roundRect">
            <a:avLst>
              <a:gd name="adj" fmla="val 50000"/>
            </a:avLst>
          </a:prstGeom>
          <a:solidFill>
            <a:srgbClr val="56E13B"/>
          </a:solidFill>
          <a:ln w="6350">
            <a:solidFill>
              <a:srgbClr val="56E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 30"/>
          <p:cNvSpPr txBox="1"/>
          <p:nvPr/>
        </p:nvSpPr>
        <p:spPr>
          <a:xfrm>
            <a:off x="8215883" y="2642615"/>
            <a:ext cx="379476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80" b="1" i="0" spc="60">
                <a:solidFill>
                  <a:srgbClr val="FFFFFF"/>
                </a:solidFill>
                <a:latin typeface="Trenda IG Text"/>
              </a:rPr>
              <a:t>BUILT</a:t>
            </a:r>
          </a:p>
        </p:txBody>
      </p:sp>
      <p:sp>
        <p:nvSpPr>
          <p:cNvPr id="32" name="Text 31"/>
          <p:cNvSpPr txBox="1"/>
          <p:nvPr/>
        </p:nvSpPr>
        <p:spPr>
          <a:xfrm>
            <a:off x="6858000" y="2624327"/>
            <a:ext cx="1312164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760" b="1" i="0">
                <a:solidFill>
                  <a:srgbClr val="000000"/>
                </a:solidFill>
                <a:latin typeface="Trenda IG Text"/>
              </a:rPr>
              <a:t>Rollout gate · per project</a:t>
            </a:r>
          </a:p>
        </p:txBody>
      </p:sp>
      <p:sp>
        <p:nvSpPr>
          <p:cNvPr id="33" name="Text 32"/>
          <p:cNvSpPr txBox="1"/>
          <p:nvPr/>
        </p:nvSpPr>
        <p:spPr>
          <a:xfrm>
            <a:off x="6858000" y="2816352"/>
            <a:ext cx="1719072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10" b="0" i="0">
                <a:solidFill>
                  <a:srgbClr val="2B2B2B"/>
                </a:solidFill>
                <a:latin typeface="Trenda IG Text"/>
              </a:rPr>
              <a:t>Production enabled project by project; a person runs every promotion.</a:t>
            </a:r>
          </a:p>
        </p:txBody>
      </p:sp>
      <p:sp>
        <p:nvSpPr>
          <p:cNvPr id="34" name="Shape 33"/>
          <p:cNvSpPr/>
          <p:nvPr/>
        </p:nvSpPr>
        <p:spPr>
          <a:xfrm>
            <a:off x="4700016" y="2578608"/>
            <a:ext cx="1883664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452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Shape 34"/>
          <p:cNvSpPr/>
          <p:nvPr/>
        </p:nvSpPr>
        <p:spPr>
          <a:xfrm>
            <a:off x="5838443" y="2642615"/>
            <a:ext cx="681228" cy="137160"/>
          </a:xfrm>
          <a:prstGeom prst="roundRect">
            <a:avLst>
              <a:gd name="adj" fmla="val 50000"/>
            </a:avLst>
          </a:prstGeom>
          <a:solidFill>
            <a:srgbClr val="00D6F2"/>
          </a:solidFill>
          <a:ln w="6350">
            <a:solidFill>
              <a:srgbClr val="00D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 35"/>
          <p:cNvSpPr txBox="1"/>
          <p:nvPr/>
        </p:nvSpPr>
        <p:spPr>
          <a:xfrm>
            <a:off x="5838443" y="2642615"/>
            <a:ext cx="68122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80" b="1" i="0" spc="60">
                <a:solidFill>
                  <a:srgbClr val="000000"/>
                </a:solidFill>
                <a:latin typeface="Trenda IG Text"/>
              </a:rPr>
              <a:t>LIVE IN DEV</a:t>
            </a:r>
          </a:p>
        </p:txBody>
      </p:sp>
      <p:sp>
        <p:nvSpPr>
          <p:cNvPr id="37" name="Text 36"/>
          <p:cNvSpPr txBox="1"/>
          <p:nvPr/>
        </p:nvSpPr>
        <p:spPr>
          <a:xfrm>
            <a:off x="4782312" y="2624327"/>
            <a:ext cx="101041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760" b="1" i="0">
                <a:solidFill>
                  <a:srgbClr val="000000"/>
                </a:solidFill>
                <a:latin typeface="Trenda IG Text"/>
              </a:rPr>
              <a:t>Data Policy Tagger</a:t>
            </a:r>
          </a:p>
        </p:txBody>
      </p:sp>
      <p:sp>
        <p:nvSpPr>
          <p:cNvPr id="38" name="Text 37"/>
          <p:cNvSpPr txBox="1"/>
          <p:nvPr/>
        </p:nvSpPr>
        <p:spPr>
          <a:xfrm>
            <a:off x="4782312" y="2816352"/>
            <a:ext cx="1719072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10" b="0" i="0">
                <a:solidFill>
                  <a:srgbClr val="2B2B2B"/>
                </a:solidFill>
                <a:latin typeface="Trenda IG Text"/>
              </a:rPr>
              <a:t>Cloud Run job, per-environment config, dry-run first. Decides each column's policy.</a:t>
            </a:r>
          </a:p>
        </p:txBody>
      </p:sp>
      <p:sp>
        <p:nvSpPr>
          <p:cNvPr id="39" name="Shape 38"/>
          <p:cNvSpPr/>
          <p:nvPr/>
        </p:nvSpPr>
        <p:spPr>
          <a:xfrm>
            <a:off x="2624328" y="2578608"/>
            <a:ext cx="1883664" cy="658368"/>
          </a:xfrm>
          <a:prstGeom prst="roundRect">
            <a:avLst>
              <a:gd name="adj" fmla="val 8000"/>
            </a:avLst>
          </a:prstGeom>
          <a:solidFill>
            <a:srgbClr val="E0FAFE"/>
          </a:solidFill>
          <a:ln w="15875">
            <a:solidFill>
              <a:srgbClr val="0097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Shape 39"/>
          <p:cNvSpPr/>
          <p:nvPr/>
        </p:nvSpPr>
        <p:spPr>
          <a:xfrm>
            <a:off x="3762755" y="2642615"/>
            <a:ext cx="681228" cy="137160"/>
          </a:xfrm>
          <a:prstGeom prst="roundRect">
            <a:avLst>
              <a:gd name="adj" fmla="val 50000"/>
            </a:avLst>
          </a:prstGeom>
          <a:solidFill>
            <a:srgbClr val="00D6F2"/>
          </a:solidFill>
          <a:ln w="6350">
            <a:solidFill>
              <a:srgbClr val="00D6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 40"/>
          <p:cNvSpPr txBox="1"/>
          <p:nvPr/>
        </p:nvSpPr>
        <p:spPr>
          <a:xfrm>
            <a:off x="3762755" y="2642615"/>
            <a:ext cx="68122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80" b="1" i="0" spc="60">
                <a:solidFill>
                  <a:srgbClr val="000000"/>
                </a:solidFill>
                <a:latin typeface="Trenda IG Text"/>
              </a:rPr>
              <a:t>LIVE IN DEV</a:t>
            </a:r>
          </a:p>
        </p:txBody>
      </p:sp>
      <p:sp>
        <p:nvSpPr>
          <p:cNvPr id="42" name="Text 41"/>
          <p:cNvSpPr txBox="1"/>
          <p:nvPr/>
        </p:nvSpPr>
        <p:spPr>
          <a:xfrm>
            <a:off x="2706624" y="2624327"/>
            <a:ext cx="101041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760" b="1" i="0">
                <a:solidFill>
                  <a:srgbClr val="000000"/>
                </a:solidFill>
                <a:latin typeface="Trenda IG Text"/>
              </a:rPr>
              <a:t>Column policies</a:t>
            </a:r>
          </a:p>
        </p:txBody>
      </p:sp>
      <p:sp>
        <p:nvSpPr>
          <p:cNvPr id="43" name="Text 42"/>
          <p:cNvSpPr txBox="1"/>
          <p:nvPr/>
        </p:nvSpPr>
        <p:spPr>
          <a:xfrm>
            <a:off x="2706624" y="2816352"/>
            <a:ext cx="1719072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10" b="0" i="0">
                <a:solidFill>
                  <a:srgbClr val="2B2B2B"/>
                </a:solidFill>
                <a:latin typeface="Trenda IG Text"/>
              </a:rPr>
              <a:t>In BigQuery: SHA-256 masking or raw-access only. If rejected, the policy remover (in progress) clears it.</a:t>
            </a:r>
          </a:p>
        </p:txBody>
      </p:sp>
      <p:sp>
        <p:nvSpPr>
          <p:cNvPr id="44" name="Shape 43"/>
          <p:cNvSpPr/>
          <p:nvPr/>
        </p:nvSpPr>
        <p:spPr>
          <a:xfrm>
            <a:off x="548640" y="2578608"/>
            <a:ext cx="1883664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4527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Shape 44"/>
          <p:cNvSpPr/>
          <p:nvPr/>
        </p:nvSpPr>
        <p:spPr>
          <a:xfrm>
            <a:off x="1988820" y="2642615"/>
            <a:ext cx="379476" cy="137160"/>
          </a:xfrm>
          <a:prstGeom prst="roundRect">
            <a:avLst>
              <a:gd name="adj" fmla="val 50000"/>
            </a:avLst>
          </a:prstGeom>
          <a:solidFill>
            <a:srgbClr val="56E13B"/>
          </a:solidFill>
          <a:ln w="6350">
            <a:solidFill>
              <a:srgbClr val="56E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 45"/>
          <p:cNvSpPr txBox="1"/>
          <p:nvPr/>
        </p:nvSpPr>
        <p:spPr>
          <a:xfrm>
            <a:off x="1988820" y="2642615"/>
            <a:ext cx="379476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80" b="1" i="0" spc="60">
                <a:solidFill>
                  <a:srgbClr val="FFFFFF"/>
                </a:solidFill>
                <a:latin typeface="Trenda IG Text"/>
              </a:rPr>
              <a:t>BUILT</a:t>
            </a:r>
          </a:p>
        </p:txBody>
      </p:sp>
      <p:sp>
        <p:nvSpPr>
          <p:cNvPr id="47" name="Text 46"/>
          <p:cNvSpPr txBox="1"/>
          <p:nvPr/>
        </p:nvSpPr>
        <p:spPr>
          <a:xfrm>
            <a:off x="630936" y="2624327"/>
            <a:ext cx="1312164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760" b="1" i="0">
                <a:solidFill>
                  <a:srgbClr val="000000"/>
                </a:solidFill>
                <a:latin typeface="Trenda IG Text"/>
              </a:rPr>
              <a:t>Bindings + validation</a:t>
            </a:r>
          </a:p>
        </p:txBody>
      </p:sp>
      <p:sp>
        <p:nvSpPr>
          <p:cNvPr id="48" name="Text 47"/>
          <p:cNvSpPr txBox="1"/>
          <p:nvPr/>
        </p:nvSpPr>
        <p:spPr>
          <a:xfrm>
            <a:off x="630936" y="2816352"/>
            <a:ext cx="1719072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10" b="0" i="0">
                <a:solidFill>
                  <a:srgbClr val="2B2B2B"/>
                </a:solidFill>
                <a:latin typeface="Trenda IG Text"/>
              </a:rPr>
              <a:t>Every policy recorded and read back from the live schema: the audit trail.</a:t>
            </a:r>
          </a:p>
        </p:txBody>
      </p:sp>
      <p:cxnSp>
        <p:nvCxnSpPr>
          <p:cNvPr id="49" name="Arrow 48"/>
          <p:cNvCxnSpPr/>
          <p:nvPr/>
        </p:nvCxnSpPr>
        <p:spPr>
          <a:xfrm>
            <a:off x="2432304" y="2048255"/>
            <a:ext cx="192024" cy="0"/>
          </a:xfrm>
          <a:prstGeom prst="line">
            <a:avLst/>
          </a:prstGeom>
          <a:ln w="15875">
            <a:solidFill>
              <a:srgbClr val="4527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Arrow 49"/>
          <p:cNvCxnSpPr/>
          <p:nvPr/>
        </p:nvCxnSpPr>
        <p:spPr>
          <a:xfrm>
            <a:off x="4507992" y="2048255"/>
            <a:ext cx="192024" cy="0"/>
          </a:xfrm>
          <a:prstGeom prst="line">
            <a:avLst/>
          </a:prstGeom>
          <a:ln w="15875">
            <a:solidFill>
              <a:srgbClr val="4527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Arrow 50"/>
          <p:cNvCxnSpPr/>
          <p:nvPr/>
        </p:nvCxnSpPr>
        <p:spPr>
          <a:xfrm>
            <a:off x="6583679" y="2048255"/>
            <a:ext cx="192025" cy="0"/>
          </a:xfrm>
          <a:prstGeom prst="line">
            <a:avLst/>
          </a:prstGeom>
          <a:ln w="15875">
            <a:solidFill>
              <a:srgbClr val="4527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Arrow 51"/>
          <p:cNvCxnSpPr/>
          <p:nvPr/>
        </p:nvCxnSpPr>
        <p:spPr>
          <a:xfrm>
            <a:off x="7717536" y="2377439"/>
            <a:ext cx="0" cy="201169"/>
          </a:xfrm>
          <a:prstGeom prst="line">
            <a:avLst/>
          </a:prstGeom>
          <a:ln w="15875">
            <a:solidFill>
              <a:srgbClr val="4527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Arrow 52"/>
          <p:cNvCxnSpPr/>
          <p:nvPr/>
        </p:nvCxnSpPr>
        <p:spPr>
          <a:xfrm flipH="1">
            <a:off x="6583679" y="2907791"/>
            <a:ext cx="192025" cy="0"/>
          </a:xfrm>
          <a:prstGeom prst="line">
            <a:avLst/>
          </a:prstGeom>
          <a:ln w="15875">
            <a:solidFill>
              <a:srgbClr val="4527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Arrow 53"/>
          <p:cNvCxnSpPr/>
          <p:nvPr/>
        </p:nvCxnSpPr>
        <p:spPr>
          <a:xfrm flipH="1">
            <a:off x="4507992" y="2907791"/>
            <a:ext cx="192024" cy="0"/>
          </a:xfrm>
          <a:prstGeom prst="line">
            <a:avLst/>
          </a:prstGeom>
          <a:ln w="15875">
            <a:solidFill>
              <a:srgbClr val="4527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Arrow 54"/>
          <p:cNvCxnSpPr/>
          <p:nvPr/>
        </p:nvCxnSpPr>
        <p:spPr>
          <a:xfrm flipH="1">
            <a:off x="2432304" y="2907791"/>
            <a:ext cx="192024" cy="0"/>
          </a:xfrm>
          <a:prstGeom prst="line">
            <a:avLst/>
          </a:prstGeom>
          <a:ln w="15875">
            <a:solidFill>
              <a:srgbClr val="4527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Shape 55"/>
          <p:cNvSpPr/>
          <p:nvPr/>
        </p:nvSpPr>
        <p:spPr>
          <a:xfrm>
            <a:off x="4974336" y="2414015"/>
            <a:ext cx="1335024" cy="1554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 56"/>
          <p:cNvSpPr txBox="1"/>
          <p:nvPr/>
        </p:nvSpPr>
        <p:spPr>
          <a:xfrm>
            <a:off x="4974336" y="2414015"/>
            <a:ext cx="1335024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60" b="1" i="0" spc="60">
                <a:solidFill>
                  <a:srgbClr val="FF0069"/>
                </a:solidFill>
                <a:latin typeface="Trenda IG Text"/>
              </a:rPr>
              <a:t>REJECTED → POLICY REMOVED</a:t>
            </a:r>
          </a:p>
        </p:txBody>
      </p:sp>
      <p:sp>
        <p:nvSpPr>
          <p:cNvPr id="58" name="Shape 57"/>
          <p:cNvSpPr/>
          <p:nvPr/>
        </p:nvSpPr>
        <p:spPr>
          <a:xfrm>
            <a:off x="475488" y="3401568"/>
            <a:ext cx="8211312" cy="969264"/>
          </a:xfrm>
          <a:prstGeom prst="roundRect">
            <a:avLst>
              <a:gd name="adj" fmla="val 3000"/>
            </a:avLst>
          </a:prstGeom>
          <a:solidFill>
            <a:srgbClr val="E0FAFE"/>
          </a:solidFill>
          <a:ln w="9525">
            <a:solidFill>
              <a:srgbClr val="0097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Shape 58"/>
          <p:cNvSpPr/>
          <p:nvPr/>
        </p:nvSpPr>
        <p:spPr>
          <a:xfrm>
            <a:off x="4242816" y="3456432"/>
            <a:ext cx="182880" cy="182880"/>
          </a:xfrm>
          <a:prstGeom prst="rect">
            <a:avLst/>
          </a:prstGeom>
          <a:solidFill>
            <a:srgbClr val="0097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 59"/>
          <p:cNvSpPr txBox="1"/>
          <p:nvPr/>
        </p:nvSpPr>
        <p:spPr>
          <a:xfrm>
            <a:off x="4242816" y="3456432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Trenda IG Text"/>
              </a:rPr>
              <a:t>2</a:t>
            </a:r>
          </a:p>
        </p:txBody>
      </p:sp>
      <p:sp>
        <p:nvSpPr>
          <p:cNvPr id="61" name="Text 60"/>
          <p:cNvSpPr txBox="1"/>
          <p:nvPr/>
        </p:nvSpPr>
        <p:spPr>
          <a:xfrm>
            <a:off x="4480559" y="3447288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700" b="1" i="0" spc="150">
                <a:solidFill>
                  <a:srgbClr val="000000"/>
                </a:solidFill>
                <a:latin typeface="Trenda IG Text"/>
              </a:rPr>
              <a:t>BUILD THE AUDIENCE</a:t>
            </a:r>
            <a:r>
              <a:rPr sz="700" b="0" i="0">
                <a:solidFill>
                  <a:srgbClr val="595959"/>
                </a:solidFill>
                <a:latin typeface="Trenda IG Text"/>
              </a:rPr>
              <a:t>   minimum necessary, from protected data only</a:t>
            </a:r>
          </a:p>
        </p:txBody>
      </p:sp>
      <p:sp>
        <p:nvSpPr>
          <p:cNvPr id="62" name="Shape 61"/>
          <p:cNvSpPr/>
          <p:nvPr/>
        </p:nvSpPr>
        <p:spPr>
          <a:xfrm>
            <a:off x="548640" y="3639312"/>
            <a:ext cx="1883664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0097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 62"/>
          <p:cNvSpPr txBox="1"/>
          <p:nvPr/>
        </p:nvSpPr>
        <p:spPr>
          <a:xfrm>
            <a:off x="630936" y="3685032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760" b="1" i="0">
                <a:solidFill>
                  <a:srgbClr val="000000"/>
                </a:solidFill>
                <a:latin typeface="Trenda IG Text"/>
              </a:rPr>
              <a:t>Authorized views</a:t>
            </a:r>
          </a:p>
        </p:txBody>
      </p:sp>
      <p:sp>
        <p:nvSpPr>
          <p:cNvPr id="64" name="Text 63"/>
          <p:cNvSpPr txBox="1"/>
          <p:nvPr/>
        </p:nvSpPr>
        <p:spPr>
          <a:xfrm>
            <a:off x="630936" y="3877056"/>
            <a:ext cx="1719072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10" b="0" i="0">
                <a:solidFill>
                  <a:srgbClr val="2B2B2B"/>
                </a:solidFill>
                <a:latin typeface="Trenda IG Text"/>
              </a:rPr>
              <a:t>Campaign criteria on policy-tagged data. Masked columns stay masked.</a:t>
            </a:r>
          </a:p>
        </p:txBody>
      </p:sp>
      <p:sp>
        <p:nvSpPr>
          <p:cNvPr id="65" name="Shape 64"/>
          <p:cNvSpPr/>
          <p:nvPr/>
        </p:nvSpPr>
        <p:spPr>
          <a:xfrm>
            <a:off x="2624328" y="3639312"/>
            <a:ext cx="1883664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0097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 65"/>
          <p:cNvSpPr txBox="1"/>
          <p:nvPr/>
        </p:nvSpPr>
        <p:spPr>
          <a:xfrm>
            <a:off x="2706624" y="3685032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760" b="1" i="0">
                <a:solidFill>
                  <a:srgbClr val="000000"/>
                </a:solidFill>
                <a:latin typeface="Trenda IG Text"/>
              </a:rPr>
              <a:t>Campaign mart</a:t>
            </a:r>
          </a:p>
        </p:txBody>
      </p:sp>
      <p:sp>
        <p:nvSpPr>
          <p:cNvPr id="67" name="Text 66"/>
          <p:cNvSpPr txBox="1"/>
          <p:nvPr/>
        </p:nvSpPr>
        <p:spPr>
          <a:xfrm>
            <a:off x="2706624" y="3877056"/>
            <a:ext cx="1719072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10" b="0" i="0">
                <a:solidFill>
                  <a:srgbClr val="2B2B2B"/>
                </a:solidFill>
                <a:latin typeface="Trenda IG Text"/>
              </a:rPr>
              <a:t>One table per campaign; row-level security, CMEK, DLP scan, partitioned by run.</a:t>
            </a:r>
          </a:p>
        </p:txBody>
      </p:sp>
      <p:sp>
        <p:nvSpPr>
          <p:cNvPr id="68" name="Shape 67"/>
          <p:cNvSpPr/>
          <p:nvPr/>
        </p:nvSpPr>
        <p:spPr>
          <a:xfrm>
            <a:off x="4700016" y="3639312"/>
            <a:ext cx="1883664" cy="658368"/>
          </a:xfrm>
          <a:prstGeom prst="roundRect">
            <a:avLst>
              <a:gd name="adj" fmla="val 8000"/>
            </a:avLst>
          </a:prstGeom>
          <a:solidFill>
            <a:srgbClr val="FFF7CC"/>
          </a:solidFill>
          <a:ln w="15875">
            <a:solidFill>
              <a:srgbClr val="C9A8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 68"/>
          <p:cNvSpPr txBox="1"/>
          <p:nvPr/>
        </p:nvSpPr>
        <p:spPr>
          <a:xfrm>
            <a:off x="4782312" y="3685032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760" b="1" i="0">
                <a:solidFill>
                  <a:srgbClr val="000000"/>
                </a:solidFill>
                <a:latin typeface="Trenda IG Text"/>
              </a:rPr>
              <a:t>Quality gate</a:t>
            </a:r>
          </a:p>
        </p:txBody>
      </p:sp>
      <p:sp>
        <p:nvSpPr>
          <p:cNvPr id="70" name="Text 69"/>
          <p:cNvSpPr txBox="1"/>
          <p:nvPr/>
        </p:nvSpPr>
        <p:spPr>
          <a:xfrm>
            <a:off x="4782312" y="3877056"/>
            <a:ext cx="1719072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10" b="0" i="0">
                <a:solidFill>
                  <a:srgbClr val="2B2B2B"/>
                </a:solidFill>
                <a:latin typeface="Trenda IG Text"/>
              </a:rPr>
              <a:t>Blocks the run if a column is untagged or a source is stale (tagger + CI check).</a:t>
            </a:r>
          </a:p>
        </p:txBody>
      </p:sp>
      <p:sp>
        <p:nvSpPr>
          <p:cNvPr id="71" name="Shape 70"/>
          <p:cNvSpPr/>
          <p:nvPr/>
        </p:nvSpPr>
        <p:spPr>
          <a:xfrm>
            <a:off x="6775704" y="3639312"/>
            <a:ext cx="1883664" cy="658368"/>
          </a:xfrm>
          <a:prstGeom prst="roundRect">
            <a:avLst>
              <a:gd name="adj" fmla="val 8000"/>
            </a:avLst>
          </a:prstGeom>
          <a:solidFill>
            <a:srgbClr val="FFF7CC"/>
          </a:solidFill>
          <a:ln w="19050">
            <a:solidFill>
              <a:srgbClr val="C9A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 71"/>
          <p:cNvSpPr txBox="1"/>
          <p:nvPr/>
        </p:nvSpPr>
        <p:spPr>
          <a:xfrm>
            <a:off x="6858000" y="3685032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760" b="1" i="0">
                <a:solidFill>
                  <a:srgbClr val="000000"/>
                </a:solidFill>
                <a:latin typeface="Trenda IG Text"/>
              </a:rPr>
              <a:t>Approve in Looker</a:t>
            </a:r>
          </a:p>
        </p:txBody>
      </p:sp>
      <p:sp>
        <p:nvSpPr>
          <p:cNvPr id="73" name="Text 72"/>
          <p:cNvSpPr txBox="1"/>
          <p:nvPr/>
        </p:nvSpPr>
        <p:spPr>
          <a:xfrm>
            <a:off x="6858000" y="3877056"/>
            <a:ext cx="1719072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10" b="0" i="0">
                <a:solidFill>
                  <a:srgbClr val="2B2B2B"/>
                </a:solidFill>
                <a:latin typeface="Trenda IG Text"/>
              </a:rPr>
              <a:t>Audience size, segments, exclusions. A named approver clicks Approve.</a:t>
            </a:r>
          </a:p>
        </p:txBody>
      </p:sp>
      <p:cxnSp>
        <p:nvCxnSpPr>
          <p:cNvPr id="74" name="Arrow 73"/>
          <p:cNvCxnSpPr/>
          <p:nvPr/>
        </p:nvCxnSpPr>
        <p:spPr>
          <a:xfrm>
            <a:off x="2432304" y="3968496"/>
            <a:ext cx="192024" cy="0"/>
          </a:xfrm>
          <a:prstGeom prst="line">
            <a:avLst/>
          </a:prstGeom>
          <a:ln w="15875">
            <a:solidFill>
              <a:srgbClr val="0097A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Arrow 74"/>
          <p:cNvCxnSpPr/>
          <p:nvPr/>
        </p:nvCxnSpPr>
        <p:spPr>
          <a:xfrm>
            <a:off x="4507992" y="3968496"/>
            <a:ext cx="192024" cy="0"/>
          </a:xfrm>
          <a:prstGeom prst="line">
            <a:avLst/>
          </a:prstGeom>
          <a:ln w="15875">
            <a:solidFill>
              <a:srgbClr val="0097A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Arrow 75"/>
          <p:cNvCxnSpPr/>
          <p:nvPr/>
        </p:nvCxnSpPr>
        <p:spPr>
          <a:xfrm>
            <a:off x="6583679" y="3968496"/>
            <a:ext cx="192025" cy="0"/>
          </a:xfrm>
          <a:prstGeom prst="line">
            <a:avLst/>
          </a:prstGeom>
          <a:ln w="15875">
            <a:solidFill>
              <a:srgbClr val="0097A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Arrow 76"/>
          <p:cNvCxnSpPr/>
          <p:nvPr/>
        </p:nvCxnSpPr>
        <p:spPr>
          <a:xfrm>
            <a:off x="1490472" y="3236976"/>
            <a:ext cx="0" cy="402336"/>
          </a:xfrm>
          <a:prstGeom prst="line">
            <a:avLst/>
          </a:prstGeom>
          <a:ln w="22225">
            <a:solidFill>
              <a:srgbClr val="4527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Shape 77"/>
          <p:cNvSpPr/>
          <p:nvPr/>
        </p:nvSpPr>
        <p:spPr>
          <a:xfrm>
            <a:off x="1581912" y="3447288"/>
            <a:ext cx="1783080" cy="155448"/>
          </a:xfrm>
          <a:prstGeom prst="roundRect">
            <a:avLst>
              <a:gd name="adj" fmla="val 50000"/>
            </a:avLst>
          </a:prstGeom>
          <a:solidFill>
            <a:srgbClr val="452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Text 78"/>
          <p:cNvSpPr txBox="1"/>
          <p:nvPr/>
        </p:nvSpPr>
        <p:spPr>
          <a:xfrm>
            <a:off x="1581912" y="3447288"/>
            <a:ext cx="178308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60" b="1" i="0" spc="60">
                <a:solidFill>
                  <a:srgbClr val="FFFFFF"/>
                </a:solidFill>
                <a:latin typeface="Trenda IG Text"/>
              </a:rPr>
              <a:t>ONLY PROTECTED COLUMNS FLOW ON</a:t>
            </a:r>
          </a:p>
        </p:txBody>
      </p:sp>
      <p:sp>
        <p:nvSpPr>
          <p:cNvPr id="80" name="Shape 79"/>
          <p:cNvSpPr/>
          <p:nvPr/>
        </p:nvSpPr>
        <p:spPr>
          <a:xfrm>
            <a:off x="475488" y="4462272"/>
            <a:ext cx="8211312" cy="1033271"/>
          </a:xfrm>
          <a:prstGeom prst="roundRect">
            <a:avLst>
              <a:gd name="adj" fmla="val 3000"/>
            </a:avLst>
          </a:prstGeom>
          <a:solidFill>
            <a:srgbClr val="F2F2F2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Shape 80"/>
          <p:cNvSpPr/>
          <p:nvPr/>
        </p:nvSpPr>
        <p:spPr>
          <a:xfrm>
            <a:off x="548640" y="4517136"/>
            <a:ext cx="182880" cy="182880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Text 81"/>
          <p:cNvSpPr txBox="1"/>
          <p:nvPr/>
        </p:nvSpPr>
        <p:spPr>
          <a:xfrm>
            <a:off x="548640" y="4517136"/>
            <a:ext cx="1828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Trenda IG Text"/>
              </a:rPr>
              <a:t>3</a:t>
            </a:r>
          </a:p>
        </p:txBody>
      </p:sp>
      <p:sp>
        <p:nvSpPr>
          <p:cNvPr id="83" name="Text 82"/>
          <p:cNvSpPr txBox="1"/>
          <p:nvPr/>
        </p:nvSpPr>
        <p:spPr>
          <a:xfrm>
            <a:off x="786384" y="4507992"/>
            <a:ext cx="780897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700" b="1" i="0" spc="150">
                <a:solidFill>
                  <a:srgbClr val="000000"/>
                </a:solidFill>
                <a:latin typeface="Trenda IG Text"/>
              </a:rPr>
              <a:t>PUBLISH AND MEASURE</a:t>
            </a:r>
            <a:r>
              <a:rPr sz="700" b="0" i="0">
                <a:solidFill>
                  <a:srgbClr val="595959"/>
                </a:solidFill>
                <a:latin typeface="Trenda IG Text"/>
              </a:rPr>
              <a:t>   approved file out, outcomes back in</a:t>
            </a:r>
          </a:p>
        </p:txBody>
      </p:sp>
      <p:sp>
        <p:nvSpPr>
          <p:cNvPr id="84" name="Shape 83"/>
          <p:cNvSpPr/>
          <p:nvPr/>
        </p:nvSpPr>
        <p:spPr>
          <a:xfrm>
            <a:off x="548640" y="4700016"/>
            <a:ext cx="1883664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Text 84"/>
          <p:cNvSpPr txBox="1"/>
          <p:nvPr/>
        </p:nvSpPr>
        <p:spPr>
          <a:xfrm>
            <a:off x="630936" y="4745736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760" b="1" i="0">
                <a:solidFill>
                  <a:srgbClr val="000000"/>
                </a:solidFill>
                <a:latin typeface="Trenda IG Text"/>
              </a:rPr>
              <a:t>Lift vs holdout</a:t>
            </a:r>
          </a:p>
        </p:txBody>
      </p:sp>
      <p:sp>
        <p:nvSpPr>
          <p:cNvPr id="86" name="Text 85"/>
          <p:cNvSpPr txBox="1"/>
          <p:nvPr/>
        </p:nvSpPr>
        <p:spPr>
          <a:xfrm>
            <a:off x="630936" y="4937759"/>
            <a:ext cx="1719072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10" b="0" i="0">
                <a:solidFill>
                  <a:srgbClr val="2B2B2B"/>
                </a:solidFill>
                <a:latin typeface="Trenda IG Text"/>
              </a:rPr>
              <a:t>Nudged group against a random holdout: lift and contribution margin, not raw counts.</a:t>
            </a:r>
          </a:p>
        </p:txBody>
      </p:sp>
      <p:sp>
        <p:nvSpPr>
          <p:cNvPr id="87" name="Shape 86"/>
          <p:cNvSpPr/>
          <p:nvPr/>
        </p:nvSpPr>
        <p:spPr>
          <a:xfrm>
            <a:off x="2624328" y="4700016"/>
            <a:ext cx="1883664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Text 87"/>
          <p:cNvSpPr txBox="1"/>
          <p:nvPr/>
        </p:nvSpPr>
        <p:spPr>
          <a:xfrm>
            <a:off x="2706624" y="4745736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760" b="1" i="0">
                <a:solidFill>
                  <a:srgbClr val="000000"/>
                </a:solidFill>
                <a:latin typeface="Trenda IG Text"/>
              </a:rPr>
              <a:t>Outcome tables</a:t>
            </a:r>
          </a:p>
        </p:txBody>
      </p:sp>
      <p:sp>
        <p:nvSpPr>
          <p:cNvPr id="89" name="Text 88"/>
          <p:cNvSpPr txBox="1"/>
          <p:nvPr/>
        </p:nvSpPr>
        <p:spPr>
          <a:xfrm>
            <a:off x="2706624" y="4937759"/>
            <a:ext cx="1719072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10" b="0" i="0">
                <a:solidFill>
                  <a:srgbClr val="2B2B2B"/>
                </a:solidFill>
                <a:latin typeface="Trenda IG Text"/>
              </a:rPr>
              <a:t>Booked visits (Epic, Athena) matched to the run, back inside the boundary.</a:t>
            </a:r>
          </a:p>
        </p:txBody>
      </p:sp>
      <p:sp>
        <p:nvSpPr>
          <p:cNvPr id="90" name="Shape 89"/>
          <p:cNvSpPr/>
          <p:nvPr/>
        </p:nvSpPr>
        <p:spPr>
          <a:xfrm>
            <a:off x="4700016" y="4700016"/>
            <a:ext cx="1883664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02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Text 90"/>
          <p:cNvSpPr txBox="1"/>
          <p:nvPr/>
        </p:nvSpPr>
        <p:spPr>
          <a:xfrm>
            <a:off x="4782312" y="4745736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760" b="1" i="0">
                <a:solidFill>
                  <a:srgbClr val="000000"/>
                </a:solidFill>
                <a:latin typeface="Trenda IG Text"/>
              </a:rPr>
              <a:t>Approved extract</a:t>
            </a:r>
          </a:p>
        </p:txBody>
      </p:sp>
      <p:sp>
        <p:nvSpPr>
          <p:cNvPr id="92" name="Text 91"/>
          <p:cNvSpPr txBox="1"/>
          <p:nvPr/>
        </p:nvSpPr>
        <p:spPr>
          <a:xfrm>
            <a:off x="4782312" y="4937759"/>
            <a:ext cx="1719072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10" b="0" i="0">
                <a:solidFill>
                  <a:srgbClr val="2B2B2B"/>
                </a:solidFill>
                <a:latin typeface="Trenda IG Text"/>
              </a:rPr>
              <a:t>Cloud Run job after approval: re-checks consent and suppression, writes one file per run ID.</a:t>
            </a:r>
          </a:p>
        </p:txBody>
      </p:sp>
      <p:sp>
        <p:nvSpPr>
          <p:cNvPr id="93" name="Shape 92"/>
          <p:cNvSpPr/>
          <p:nvPr/>
        </p:nvSpPr>
        <p:spPr>
          <a:xfrm>
            <a:off x="6775704" y="4700016"/>
            <a:ext cx="1883664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0273B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Text 93"/>
          <p:cNvSpPr txBox="1"/>
          <p:nvPr/>
        </p:nvSpPr>
        <p:spPr>
          <a:xfrm>
            <a:off x="6858000" y="4745736"/>
            <a:ext cx="1719072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100"/>
              </a:spcAft>
            </a:pPr>
            <a:r>
              <a:rPr sz="760" b="1" i="0">
                <a:solidFill>
                  <a:srgbClr val="000000"/>
                </a:solidFill>
                <a:latin typeface="Trenda IG Text"/>
              </a:rPr>
              <a:t>Outbound bucket · GCS</a:t>
            </a:r>
          </a:p>
          <a:p>
            <a:pPr>
              <a:spcAft>
                <a:spcPts val="100"/>
              </a:spcAft>
            </a:pPr>
            <a:r>
              <a:rPr sz="610" b="0" i="0">
                <a:solidFill>
                  <a:srgbClr val="000000"/>
                </a:solidFill>
                <a:latin typeface="Trenda IG Text"/>
              </a:rPr>
              <a:t>Tokenized fields only; read-only key for Marketing Cloud; CMEK; files expire.</a:t>
            </a:r>
          </a:p>
          <a:p>
            <a:pPr>
              <a:spcAft>
                <a:spcPts val="100"/>
              </a:spcAft>
            </a:pPr>
            <a:r>
              <a:rPr sz="610" b="1" i="0">
                <a:solidFill>
                  <a:srgbClr val="FF0069"/>
                </a:solidFill>
                <a:latin typeface="Trenda IG Text"/>
              </a:rPr>
              <a:t>never name, DOB, diagnosis or MRN</a:t>
            </a:r>
          </a:p>
        </p:txBody>
      </p:sp>
      <p:cxnSp>
        <p:nvCxnSpPr>
          <p:cNvPr id="95" name="Arrow 94"/>
          <p:cNvCxnSpPr/>
          <p:nvPr/>
        </p:nvCxnSpPr>
        <p:spPr>
          <a:xfrm>
            <a:off x="7040880" y="4297680"/>
            <a:ext cx="0" cy="274320"/>
          </a:xfrm>
          <a:prstGeom prst="line">
            <a:avLst/>
          </a:prstGeom>
          <a:ln w="19050">
            <a:solidFill>
              <a:srgbClr val="C9A8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Arrow 95"/>
          <p:cNvCxnSpPr/>
          <p:nvPr/>
        </p:nvCxnSpPr>
        <p:spPr>
          <a:xfrm flipH="1">
            <a:off x="5641848" y="4572000"/>
            <a:ext cx="1399032" cy="0"/>
          </a:xfrm>
          <a:prstGeom prst="line">
            <a:avLst/>
          </a:prstGeom>
          <a:ln w="19050">
            <a:solidFill>
              <a:srgbClr val="C9A8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Arrow 96"/>
          <p:cNvCxnSpPr/>
          <p:nvPr/>
        </p:nvCxnSpPr>
        <p:spPr>
          <a:xfrm>
            <a:off x="5641848" y="4572000"/>
            <a:ext cx="0" cy="128016"/>
          </a:xfrm>
          <a:prstGeom prst="line">
            <a:avLst/>
          </a:prstGeom>
          <a:ln w="19050">
            <a:solidFill>
              <a:srgbClr val="C9A8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Arrow 97"/>
          <p:cNvCxnSpPr/>
          <p:nvPr/>
        </p:nvCxnSpPr>
        <p:spPr>
          <a:xfrm>
            <a:off x="6583679" y="5029200"/>
            <a:ext cx="192025" cy="0"/>
          </a:xfrm>
          <a:prstGeom prst="line">
            <a:avLst/>
          </a:prstGeom>
          <a:ln w="19050">
            <a:solidFill>
              <a:srgbClr val="0027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Arrow 98"/>
          <p:cNvCxnSpPr/>
          <p:nvPr/>
        </p:nvCxnSpPr>
        <p:spPr>
          <a:xfrm flipH="1">
            <a:off x="2432304" y="5029200"/>
            <a:ext cx="192024" cy="0"/>
          </a:xfrm>
          <a:prstGeom prst="line">
            <a:avLst/>
          </a:prstGeom>
          <a:ln w="15875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Shape 99"/>
          <p:cNvSpPr/>
          <p:nvPr/>
        </p:nvSpPr>
        <p:spPr>
          <a:xfrm>
            <a:off x="7178040" y="4507992"/>
            <a:ext cx="1444752" cy="155448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Text 100"/>
          <p:cNvSpPr txBox="1"/>
          <p:nvPr/>
        </p:nvSpPr>
        <p:spPr>
          <a:xfrm>
            <a:off x="7178040" y="4507992"/>
            <a:ext cx="1444752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60" b="1" i="0" spc="60">
                <a:solidFill>
                  <a:srgbClr val="FFFFFF"/>
                </a:solidFill>
                <a:latin typeface="Trenda IG Text"/>
              </a:rPr>
              <a:t>MARKETING CLOUD PULLS →</a:t>
            </a:r>
          </a:p>
        </p:txBody>
      </p:sp>
      <p:sp>
        <p:nvSpPr>
          <p:cNvPr id="102" name="Shape 101"/>
          <p:cNvSpPr/>
          <p:nvPr/>
        </p:nvSpPr>
        <p:spPr>
          <a:xfrm>
            <a:off x="8915400" y="1161288"/>
            <a:ext cx="2862072" cy="2743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Text 102"/>
          <p:cNvSpPr txBox="1"/>
          <p:nvPr/>
        </p:nvSpPr>
        <p:spPr>
          <a:xfrm>
            <a:off x="9006840" y="1161288"/>
            <a:ext cx="267919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700" b="1" i="0" spc="150">
                <a:solidFill>
                  <a:srgbClr val="FFFFFF"/>
                </a:solidFill>
                <a:latin typeface="Trenda IG Text"/>
              </a:rPr>
              <a:t>MARKETING CLOUD</a:t>
            </a:r>
            <a:r>
              <a:rPr sz="700" b="0" i="0">
                <a:solidFill>
                  <a:srgbClr val="BFBFBF"/>
                </a:solidFill>
                <a:latin typeface="Trenda IG Text"/>
              </a:rPr>
              <a:t>   outside the boundary</a:t>
            </a:r>
          </a:p>
        </p:txBody>
      </p:sp>
      <p:sp>
        <p:nvSpPr>
          <p:cNvPr id="104" name="Shape 103"/>
          <p:cNvSpPr/>
          <p:nvPr/>
        </p:nvSpPr>
        <p:spPr>
          <a:xfrm>
            <a:off x="8915400" y="1435608"/>
            <a:ext cx="2862072" cy="4178808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Shape 104"/>
          <p:cNvSpPr/>
          <p:nvPr/>
        </p:nvSpPr>
        <p:spPr>
          <a:xfrm>
            <a:off x="9006840" y="1536192"/>
            <a:ext cx="2679191" cy="566928"/>
          </a:xfrm>
          <a:prstGeom prst="roundRect">
            <a:avLst>
              <a:gd name="adj" fmla="val 8000"/>
            </a:avLst>
          </a:prstGeom>
          <a:solidFill>
            <a:srgbClr val="E0FAFE"/>
          </a:solidFill>
          <a:ln w="19050">
            <a:solidFill>
              <a:srgbClr val="0097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" name="Text 105"/>
          <p:cNvSpPr txBox="1"/>
          <p:nvPr/>
        </p:nvSpPr>
        <p:spPr>
          <a:xfrm>
            <a:off x="9089136" y="1581912"/>
            <a:ext cx="2532887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760" b="1" i="0">
                <a:solidFill>
                  <a:srgbClr val="000000"/>
                </a:solidFill>
                <a:latin typeface="Trenda IG Text"/>
              </a:rPr>
              <a:t>Automation Studio · scheduled import</a:t>
            </a:r>
          </a:p>
        </p:txBody>
      </p:sp>
      <p:sp>
        <p:nvSpPr>
          <p:cNvPr id="107" name="Text 106"/>
          <p:cNvSpPr txBox="1"/>
          <p:nvPr/>
        </p:nvSpPr>
        <p:spPr>
          <a:xfrm>
            <a:off x="9089136" y="1773936"/>
            <a:ext cx="2514599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10" b="0" i="0">
                <a:solidFill>
                  <a:srgbClr val="2B2B2B"/>
                </a:solidFill>
                <a:latin typeface="Trenda IG Text"/>
              </a:rPr>
              <a:t>Pulls the approved file from the outbound bucket with a read-only key. Nothing is pushed out of GCP.</a:t>
            </a:r>
          </a:p>
        </p:txBody>
      </p:sp>
      <p:sp>
        <p:nvSpPr>
          <p:cNvPr id="108" name="Differentiator Border 108"/>
          <p:cNvSpPr/>
          <p:nvPr/>
        </p:nvSpPr>
        <p:spPr>
          <a:xfrm>
            <a:off x="9006840" y="2231136"/>
            <a:ext cx="2679191" cy="1243584"/>
          </a:xfrm>
          <a:prstGeom prst="rect">
            <a:avLst/>
          </a:prstGeom>
          <a:gradFill rotWithShape="1">
            <a:gsLst>
              <a:gs pos="0">
                <a:srgbClr val="FFD700"/>
              </a:gs>
              <a:gs pos="50000">
                <a:srgbClr val="FF0069"/>
              </a:gs>
              <a:gs pos="100000">
                <a:srgbClr val="00D6F2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" name="Shape 109"/>
          <p:cNvSpPr/>
          <p:nvPr/>
        </p:nvSpPr>
        <p:spPr>
          <a:xfrm>
            <a:off x="9043415" y="2267712"/>
            <a:ext cx="2606039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Text 110"/>
          <p:cNvSpPr txBox="1"/>
          <p:nvPr/>
        </p:nvSpPr>
        <p:spPr>
          <a:xfrm>
            <a:off x="9134855" y="2304288"/>
            <a:ext cx="2423159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1" i="0">
                <a:solidFill>
                  <a:srgbClr val="000000"/>
                </a:solidFill>
                <a:latin typeface="Trenda IG Text"/>
              </a:rPr>
              <a:t>Campaign data extension</a:t>
            </a:r>
          </a:p>
        </p:txBody>
      </p:sp>
      <p:sp>
        <p:nvSpPr>
          <p:cNvPr id="111" name="Text 111"/>
          <p:cNvSpPr txBox="1"/>
          <p:nvPr/>
        </p:nvSpPr>
        <p:spPr>
          <a:xfrm>
            <a:off x="9134855" y="2496312"/>
            <a:ext cx="242315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20" b="0" i="0">
                <a:solidFill>
                  <a:srgbClr val="595959"/>
                </a:solidFill>
                <a:latin typeface="Trenda IG Text"/>
              </a:rPr>
              <a:t>The pulled audience lands here: tokenized IDs only.</a:t>
            </a:r>
          </a:p>
        </p:txBody>
      </p:sp>
      <p:sp>
        <p:nvSpPr>
          <p:cNvPr id="112" name="Text 112"/>
          <p:cNvSpPr txBox="1"/>
          <p:nvPr/>
        </p:nvSpPr>
        <p:spPr>
          <a:xfrm>
            <a:off x="9153143" y="2679192"/>
            <a:ext cx="86868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620" b="1" i="0">
                <a:solidFill>
                  <a:srgbClr val="000000"/>
                </a:solidFill>
                <a:latin typeface="Courier New"/>
              </a:rPr>
              <a:t>SubscriberKey</a:t>
            </a:r>
          </a:p>
        </p:txBody>
      </p:sp>
      <p:sp>
        <p:nvSpPr>
          <p:cNvPr id="113" name="Text 113"/>
          <p:cNvSpPr txBox="1"/>
          <p:nvPr/>
        </p:nvSpPr>
        <p:spPr>
          <a:xfrm>
            <a:off x="10030967" y="2679192"/>
            <a:ext cx="1508759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610" b="0" i="0">
                <a:solidFill>
                  <a:srgbClr val="2B2B2B"/>
                </a:solidFill>
                <a:latin typeface="Trenda IG Text"/>
              </a:rPr>
              <a:t>member token</a:t>
            </a:r>
          </a:p>
        </p:txBody>
      </p:sp>
      <p:sp>
        <p:nvSpPr>
          <p:cNvPr id="114" name="Text 114"/>
          <p:cNvSpPr txBox="1"/>
          <p:nvPr/>
        </p:nvSpPr>
        <p:spPr>
          <a:xfrm>
            <a:off x="9153143" y="2830068"/>
            <a:ext cx="86868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620" b="1" i="0">
                <a:solidFill>
                  <a:srgbClr val="000000"/>
                </a:solidFill>
                <a:latin typeface="Courier New"/>
              </a:rPr>
              <a:t>Channel</a:t>
            </a:r>
          </a:p>
        </p:txBody>
      </p:sp>
      <p:sp>
        <p:nvSpPr>
          <p:cNvPr id="115" name="Text 115"/>
          <p:cNvSpPr txBox="1"/>
          <p:nvPr/>
        </p:nvSpPr>
        <p:spPr>
          <a:xfrm>
            <a:off x="10030967" y="2830068"/>
            <a:ext cx="1508759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610" b="0" i="0">
                <a:solidFill>
                  <a:srgbClr val="2B2B2B"/>
                </a:solidFill>
                <a:latin typeface="Trenda IG Text"/>
              </a:rPr>
              <a:t>SMS / email</a:t>
            </a:r>
          </a:p>
        </p:txBody>
      </p:sp>
      <p:sp>
        <p:nvSpPr>
          <p:cNvPr id="116" name="Text 116"/>
          <p:cNvSpPr txBox="1"/>
          <p:nvPr/>
        </p:nvSpPr>
        <p:spPr>
          <a:xfrm>
            <a:off x="9153143" y="2980944"/>
            <a:ext cx="86868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620" b="1" i="0">
                <a:solidFill>
                  <a:srgbClr val="000000"/>
                </a:solidFill>
                <a:latin typeface="Courier New"/>
              </a:rPr>
              <a:t>Segment</a:t>
            </a:r>
          </a:p>
        </p:txBody>
      </p:sp>
      <p:sp>
        <p:nvSpPr>
          <p:cNvPr id="117" name="Text 117"/>
          <p:cNvSpPr txBox="1"/>
          <p:nvPr/>
        </p:nvSpPr>
        <p:spPr>
          <a:xfrm>
            <a:off x="10030967" y="2980944"/>
            <a:ext cx="1508759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610" b="0" i="0">
                <a:solidFill>
                  <a:srgbClr val="2B2B2B"/>
                </a:solidFill>
                <a:latin typeface="Trenda IG Text"/>
              </a:rPr>
              <a:t>campaign variant</a:t>
            </a:r>
          </a:p>
        </p:txBody>
      </p:sp>
      <p:sp>
        <p:nvSpPr>
          <p:cNvPr id="118" name="Text 118"/>
          <p:cNvSpPr txBox="1"/>
          <p:nvPr/>
        </p:nvSpPr>
        <p:spPr>
          <a:xfrm>
            <a:off x="9153143" y="3131820"/>
            <a:ext cx="86868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620" b="1" i="0">
                <a:solidFill>
                  <a:srgbClr val="000000"/>
                </a:solidFill>
                <a:latin typeface="Courier New"/>
              </a:rPr>
              <a:t>Send window</a:t>
            </a:r>
          </a:p>
        </p:txBody>
      </p:sp>
      <p:sp>
        <p:nvSpPr>
          <p:cNvPr id="119" name="Text 119"/>
          <p:cNvSpPr txBox="1"/>
          <p:nvPr/>
        </p:nvSpPr>
        <p:spPr>
          <a:xfrm>
            <a:off x="10030967" y="3131820"/>
            <a:ext cx="1508759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610" b="0" i="0">
                <a:solidFill>
                  <a:srgbClr val="2B2B2B"/>
                </a:solidFill>
                <a:latin typeface="Trenda IG Text"/>
              </a:rPr>
              <a:t>send-time fields</a:t>
            </a:r>
          </a:p>
        </p:txBody>
      </p:sp>
      <p:sp>
        <p:nvSpPr>
          <p:cNvPr id="120" name="Text 120"/>
          <p:cNvSpPr txBox="1"/>
          <p:nvPr/>
        </p:nvSpPr>
        <p:spPr>
          <a:xfrm>
            <a:off x="9153143" y="3282696"/>
            <a:ext cx="86868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620" b="1" i="0">
                <a:solidFill>
                  <a:srgbClr val="000000"/>
                </a:solidFill>
                <a:latin typeface="Courier New"/>
              </a:rPr>
              <a:t>RunID</a:t>
            </a:r>
          </a:p>
        </p:txBody>
      </p:sp>
      <p:sp>
        <p:nvSpPr>
          <p:cNvPr id="121" name="Text 121"/>
          <p:cNvSpPr txBox="1"/>
          <p:nvPr/>
        </p:nvSpPr>
        <p:spPr>
          <a:xfrm>
            <a:off x="10030967" y="3282696"/>
            <a:ext cx="1508759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610" b="0" i="0">
                <a:solidFill>
                  <a:srgbClr val="2B2B2B"/>
                </a:solidFill>
                <a:latin typeface="Trenda IG Text"/>
              </a:rPr>
              <a:t>ties back to the approval</a:t>
            </a:r>
          </a:p>
        </p:txBody>
      </p:sp>
      <p:sp>
        <p:nvSpPr>
          <p:cNvPr id="122" name="Shape 122"/>
          <p:cNvSpPr/>
          <p:nvPr/>
        </p:nvSpPr>
        <p:spPr>
          <a:xfrm>
            <a:off x="9006840" y="3602736"/>
            <a:ext cx="2679191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002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3" name="Text 123"/>
          <p:cNvSpPr txBox="1"/>
          <p:nvPr/>
        </p:nvSpPr>
        <p:spPr>
          <a:xfrm>
            <a:off x="9089136" y="3648456"/>
            <a:ext cx="2532887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760" b="1" i="0">
                <a:solidFill>
                  <a:srgbClr val="000000"/>
                </a:solidFill>
                <a:latin typeface="Trenda IG Text"/>
              </a:rPr>
              <a:t>Journey Builder</a:t>
            </a:r>
          </a:p>
        </p:txBody>
      </p:sp>
      <p:sp>
        <p:nvSpPr>
          <p:cNvPr id="124" name="Text 124"/>
          <p:cNvSpPr txBox="1"/>
          <p:nvPr/>
        </p:nvSpPr>
        <p:spPr>
          <a:xfrm>
            <a:off x="9089136" y="3840480"/>
            <a:ext cx="251459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10" b="0" i="0">
                <a:solidFill>
                  <a:srgbClr val="2B2B2B"/>
                </a:solidFill>
                <a:latin typeface="Trenda IG Text"/>
              </a:rPr>
              <a:t>Timing, frequency caps, variants. Consent and STOP re-checked at send.</a:t>
            </a:r>
          </a:p>
        </p:txBody>
      </p:sp>
      <p:sp>
        <p:nvSpPr>
          <p:cNvPr id="125" name="Shape 125"/>
          <p:cNvSpPr/>
          <p:nvPr/>
        </p:nvSpPr>
        <p:spPr>
          <a:xfrm>
            <a:off x="9006840" y="4206240"/>
            <a:ext cx="2679191" cy="50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002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6" name="Text 126"/>
          <p:cNvSpPr txBox="1"/>
          <p:nvPr/>
        </p:nvSpPr>
        <p:spPr>
          <a:xfrm>
            <a:off x="9089136" y="4251959"/>
            <a:ext cx="2532887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760" b="1" i="0">
                <a:solidFill>
                  <a:srgbClr val="000000"/>
                </a:solidFill>
                <a:latin typeface="Trenda IG Text"/>
              </a:rPr>
              <a:t>Patient nudge · SMS or email</a:t>
            </a:r>
          </a:p>
        </p:txBody>
      </p:sp>
      <p:sp>
        <p:nvSpPr>
          <p:cNvPr id="127" name="Text 127"/>
          <p:cNvSpPr txBox="1"/>
          <p:nvPr/>
        </p:nvSpPr>
        <p:spPr>
          <a:xfrm>
            <a:off x="9089136" y="4443983"/>
            <a:ext cx="251459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10" b="0" i="0">
                <a:solidFill>
                  <a:srgbClr val="2B2B2B"/>
                </a:solidFill>
                <a:latin typeface="Trenda IG Text"/>
              </a:rPr>
              <a:t>No clinical wording, no identifiers in links (TCPA consent).</a:t>
            </a:r>
          </a:p>
        </p:txBody>
      </p:sp>
      <p:sp>
        <p:nvSpPr>
          <p:cNvPr id="128" name="Shape 128"/>
          <p:cNvSpPr/>
          <p:nvPr/>
        </p:nvSpPr>
        <p:spPr>
          <a:xfrm>
            <a:off x="9006840" y="4809744"/>
            <a:ext cx="2679191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0027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9" name="Text 129"/>
          <p:cNvSpPr txBox="1"/>
          <p:nvPr/>
        </p:nvSpPr>
        <p:spPr>
          <a:xfrm>
            <a:off x="9089136" y="4855464"/>
            <a:ext cx="2532887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760" b="1" i="0">
                <a:solidFill>
                  <a:srgbClr val="000000"/>
                </a:solidFill>
                <a:latin typeface="Trenda IG Text"/>
              </a:rPr>
              <a:t>Visit booked</a:t>
            </a:r>
          </a:p>
        </p:txBody>
      </p:sp>
      <p:sp>
        <p:nvSpPr>
          <p:cNvPr id="130" name="Text 130"/>
          <p:cNvSpPr txBox="1"/>
          <p:nvPr/>
        </p:nvSpPr>
        <p:spPr>
          <a:xfrm>
            <a:off x="9089136" y="5047488"/>
            <a:ext cx="2514599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610" b="0" i="0">
                <a:solidFill>
                  <a:srgbClr val="2B2B2B"/>
                </a:solidFill>
                <a:latin typeface="Trenda IG Text"/>
              </a:rPr>
              <a:t>Online or by phone; AWV billed as G0438 / G0439.</a:t>
            </a:r>
          </a:p>
        </p:txBody>
      </p:sp>
      <p:cxnSp>
        <p:nvCxnSpPr>
          <p:cNvPr id="131" name="Arrow 131"/>
          <p:cNvCxnSpPr/>
          <p:nvPr/>
        </p:nvCxnSpPr>
        <p:spPr>
          <a:xfrm>
            <a:off x="10346436" y="2103120"/>
            <a:ext cx="0" cy="128016"/>
          </a:xfrm>
          <a:prstGeom prst="line">
            <a:avLst/>
          </a:prstGeom>
          <a:ln w="15875">
            <a:solidFill>
              <a:srgbClr val="0027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Arrow 132"/>
          <p:cNvCxnSpPr/>
          <p:nvPr/>
        </p:nvCxnSpPr>
        <p:spPr>
          <a:xfrm>
            <a:off x="10346436" y="3474720"/>
            <a:ext cx="0" cy="128016"/>
          </a:xfrm>
          <a:prstGeom prst="line">
            <a:avLst/>
          </a:prstGeom>
          <a:ln w="15875">
            <a:solidFill>
              <a:srgbClr val="0027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Arrow 133"/>
          <p:cNvCxnSpPr/>
          <p:nvPr/>
        </p:nvCxnSpPr>
        <p:spPr>
          <a:xfrm>
            <a:off x="10346436" y="4105656"/>
            <a:ext cx="0" cy="100584"/>
          </a:xfrm>
          <a:prstGeom prst="line">
            <a:avLst/>
          </a:prstGeom>
          <a:ln w="15875">
            <a:solidFill>
              <a:srgbClr val="0027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Arrow 134"/>
          <p:cNvCxnSpPr/>
          <p:nvPr/>
        </p:nvCxnSpPr>
        <p:spPr>
          <a:xfrm>
            <a:off x="10346436" y="4709160"/>
            <a:ext cx="0" cy="100584"/>
          </a:xfrm>
          <a:prstGeom prst="line">
            <a:avLst/>
          </a:prstGeom>
          <a:ln w="15875">
            <a:solidFill>
              <a:srgbClr val="0027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Arrow 135"/>
          <p:cNvCxnSpPr/>
          <p:nvPr/>
        </p:nvCxnSpPr>
        <p:spPr>
          <a:xfrm>
            <a:off x="8659368" y="5029200"/>
            <a:ext cx="173736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Arrow 136"/>
          <p:cNvCxnSpPr/>
          <p:nvPr/>
        </p:nvCxnSpPr>
        <p:spPr>
          <a:xfrm flipV="1">
            <a:off x="8833104" y="1819656"/>
            <a:ext cx="0" cy="3209544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Arrow 137"/>
          <p:cNvCxnSpPr/>
          <p:nvPr/>
        </p:nvCxnSpPr>
        <p:spPr>
          <a:xfrm>
            <a:off x="8833104" y="1819656"/>
            <a:ext cx="173736" cy="0"/>
          </a:xfrm>
          <a:prstGeom prst="line">
            <a:avLst/>
          </a:prstGeom>
          <a:ln w="254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Arrow 138"/>
          <p:cNvCxnSpPr/>
          <p:nvPr/>
        </p:nvCxnSpPr>
        <p:spPr>
          <a:xfrm>
            <a:off x="9372600" y="5285232"/>
            <a:ext cx="0" cy="182880"/>
          </a:xfrm>
          <a:prstGeom prst="line">
            <a:avLst/>
          </a:prstGeom>
          <a:ln w="22225">
            <a:solidFill>
              <a:srgbClr val="56E1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Arrow 139"/>
          <p:cNvCxnSpPr/>
          <p:nvPr/>
        </p:nvCxnSpPr>
        <p:spPr>
          <a:xfrm flipH="1">
            <a:off x="3566160" y="5468112"/>
            <a:ext cx="5806440" cy="0"/>
          </a:xfrm>
          <a:prstGeom prst="line">
            <a:avLst/>
          </a:prstGeom>
          <a:ln w="22225">
            <a:solidFill>
              <a:srgbClr val="56E1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Arrow 140"/>
          <p:cNvCxnSpPr/>
          <p:nvPr/>
        </p:nvCxnSpPr>
        <p:spPr>
          <a:xfrm flipV="1">
            <a:off x="3566160" y="5358383"/>
            <a:ext cx="0" cy="109729"/>
          </a:xfrm>
          <a:prstGeom prst="line">
            <a:avLst/>
          </a:prstGeom>
          <a:ln w="22225">
            <a:solidFill>
              <a:srgbClr val="56E1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Shape 141"/>
          <p:cNvSpPr/>
          <p:nvPr/>
        </p:nvSpPr>
        <p:spPr>
          <a:xfrm>
            <a:off x="4846320" y="5390388"/>
            <a:ext cx="1874519" cy="155448"/>
          </a:xfrm>
          <a:prstGeom prst="roundRect">
            <a:avLst>
              <a:gd name="adj" fmla="val 50000"/>
            </a:avLst>
          </a:prstGeom>
          <a:solidFill>
            <a:srgbClr val="56E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2" name="Text 142"/>
          <p:cNvSpPr txBox="1"/>
          <p:nvPr/>
        </p:nvSpPr>
        <p:spPr>
          <a:xfrm>
            <a:off x="4846320" y="5390388"/>
            <a:ext cx="1874519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60" b="1" i="0" spc="60">
                <a:solidFill>
                  <a:srgbClr val="FFFFFF"/>
                </a:solidFill>
                <a:latin typeface="Trenda IG Text"/>
              </a:rPr>
              <a:t>← BOOKED VISITS BACK INSIDE</a:t>
            </a:r>
          </a:p>
        </p:txBody>
      </p:sp>
      <p:sp>
        <p:nvSpPr>
          <p:cNvPr id="143" name="Text 143"/>
          <p:cNvSpPr txBox="1"/>
          <p:nvPr/>
        </p:nvSpPr>
        <p:spPr>
          <a:xfrm>
            <a:off x="411480" y="5705856"/>
            <a:ext cx="1234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700" b="1" i="0" spc="150">
                <a:solidFill>
                  <a:srgbClr val="000000"/>
                </a:solidFill>
                <a:latin typeface="Trenda IG Text"/>
              </a:rPr>
              <a:t>BUILT-IN</a:t>
            </a:r>
          </a:p>
          <a:p>
            <a:r>
              <a:rPr sz="700" b="1" i="0" spc="150">
                <a:solidFill>
                  <a:srgbClr val="000000"/>
                </a:solidFill>
                <a:latin typeface="Trenda IG Text"/>
              </a:rPr>
              <a:t>CONTROLS</a:t>
            </a:r>
          </a:p>
        </p:txBody>
      </p:sp>
      <p:sp>
        <p:nvSpPr>
          <p:cNvPr id="144" name="Shape 144"/>
          <p:cNvSpPr/>
          <p:nvPr/>
        </p:nvSpPr>
        <p:spPr>
          <a:xfrm>
            <a:off x="1691640" y="5705856"/>
            <a:ext cx="1604772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56E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5" name="Shape 145"/>
          <p:cNvSpPr/>
          <p:nvPr/>
        </p:nvSpPr>
        <p:spPr>
          <a:xfrm>
            <a:off x="1691640" y="5705856"/>
            <a:ext cx="45720" cy="548640"/>
          </a:xfrm>
          <a:prstGeom prst="rect">
            <a:avLst/>
          </a:prstGeom>
          <a:solidFill>
            <a:srgbClr val="56E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6" name="Text 146"/>
          <p:cNvSpPr txBox="1"/>
          <p:nvPr/>
        </p:nvSpPr>
        <p:spPr>
          <a:xfrm>
            <a:off x="1801368" y="5751576"/>
            <a:ext cx="14401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100"/>
              </a:spcAft>
            </a:pPr>
            <a:r>
              <a:rPr sz="700" b="1" i="0">
                <a:solidFill>
                  <a:srgbClr val="000000"/>
                </a:solidFill>
                <a:latin typeface="Trenda IG Text"/>
              </a:rPr>
              <a:t>Steward approval first</a:t>
            </a:r>
          </a:p>
          <a:p>
            <a:pPr>
              <a:spcAft>
                <a:spcPts val="100"/>
              </a:spcAft>
            </a:pPr>
            <a:r>
              <a:rPr sz="610" b="0" i="0">
                <a:solidFill>
                  <a:srgbClr val="595959"/>
                </a:solidFill>
                <a:latin typeface="Trenda IG Text"/>
              </a:rPr>
              <a:t>no policy before Collibra sign-off</a:t>
            </a:r>
          </a:p>
        </p:txBody>
      </p:sp>
      <p:sp>
        <p:nvSpPr>
          <p:cNvPr id="147" name="Shape 147"/>
          <p:cNvSpPr/>
          <p:nvPr/>
        </p:nvSpPr>
        <p:spPr>
          <a:xfrm>
            <a:off x="3387852" y="5705856"/>
            <a:ext cx="1604772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56E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8" name="Shape 148"/>
          <p:cNvSpPr/>
          <p:nvPr/>
        </p:nvSpPr>
        <p:spPr>
          <a:xfrm>
            <a:off x="3387852" y="5705856"/>
            <a:ext cx="45720" cy="548640"/>
          </a:xfrm>
          <a:prstGeom prst="rect">
            <a:avLst/>
          </a:prstGeom>
          <a:solidFill>
            <a:srgbClr val="56E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9" name="Text 149"/>
          <p:cNvSpPr txBox="1"/>
          <p:nvPr/>
        </p:nvSpPr>
        <p:spPr>
          <a:xfrm>
            <a:off x="3497580" y="5751576"/>
            <a:ext cx="14401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100"/>
              </a:spcAft>
            </a:pPr>
            <a:r>
              <a:rPr sz="700" b="1" i="0">
                <a:solidFill>
                  <a:srgbClr val="000000"/>
                </a:solidFill>
                <a:latin typeface="Trenda IG Text"/>
              </a:rPr>
              <a:t>Dry run before apply</a:t>
            </a:r>
          </a:p>
          <a:p>
            <a:pPr>
              <a:spcAft>
                <a:spcPts val="100"/>
              </a:spcAft>
            </a:pPr>
            <a:r>
              <a:rPr sz="610" b="0" i="0">
                <a:solidFill>
                  <a:srgbClr val="595959"/>
                </a:solidFill>
                <a:latin typeface="Trenda IG Text"/>
              </a:rPr>
              <a:t>every run can report without changing</a:t>
            </a:r>
          </a:p>
        </p:txBody>
      </p:sp>
      <p:sp>
        <p:nvSpPr>
          <p:cNvPr id="150" name="Shape 150"/>
          <p:cNvSpPr/>
          <p:nvPr/>
        </p:nvSpPr>
        <p:spPr>
          <a:xfrm>
            <a:off x="5084064" y="5705856"/>
            <a:ext cx="1604772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56E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1" name="Shape 151"/>
          <p:cNvSpPr/>
          <p:nvPr/>
        </p:nvSpPr>
        <p:spPr>
          <a:xfrm>
            <a:off x="5084064" y="5705856"/>
            <a:ext cx="45720" cy="548640"/>
          </a:xfrm>
          <a:prstGeom prst="rect">
            <a:avLst/>
          </a:prstGeom>
          <a:solidFill>
            <a:srgbClr val="56E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2" name="Text 152"/>
          <p:cNvSpPr txBox="1"/>
          <p:nvPr/>
        </p:nvSpPr>
        <p:spPr>
          <a:xfrm>
            <a:off x="5193792" y="5751576"/>
            <a:ext cx="14401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100"/>
              </a:spcAft>
            </a:pPr>
            <a:r>
              <a:rPr sz="700" b="1" i="0">
                <a:solidFill>
                  <a:srgbClr val="000000"/>
                </a:solidFill>
                <a:latin typeface="Trenda IG Text"/>
              </a:rPr>
              <a:t>Human-gated promotion</a:t>
            </a:r>
          </a:p>
          <a:p>
            <a:pPr>
              <a:spcAft>
                <a:spcPts val="100"/>
              </a:spcAft>
            </a:pPr>
            <a:r>
              <a:rPr sz="610" b="0" i="0">
                <a:solidFill>
                  <a:srgbClr val="595959"/>
                </a:solidFill>
                <a:latin typeface="Trenda IG Text"/>
              </a:rPr>
              <a:t>project by project; never self-promotes</a:t>
            </a:r>
          </a:p>
        </p:txBody>
      </p:sp>
      <p:sp>
        <p:nvSpPr>
          <p:cNvPr id="153" name="Shape 153"/>
          <p:cNvSpPr/>
          <p:nvPr/>
        </p:nvSpPr>
        <p:spPr>
          <a:xfrm>
            <a:off x="6780276" y="5705856"/>
            <a:ext cx="1604772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56E1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" name="Shape 154"/>
          <p:cNvSpPr/>
          <p:nvPr/>
        </p:nvSpPr>
        <p:spPr>
          <a:xfrm>
            <a:off x="6780276" y="5705856"/>
            <a:ext cx="45720" cy="548640"/>
          </a:xfrm>
          <a:prstGeom prst="rect">
            <a:avLst/>
          </a:prstGeom>
          <a:solidFill>
            <a:srgbClr val="56E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5" name="Text 155"/>
          <p:cNvSpPr txBox="1"/>
          <p:nvPr/>
        </p:nvSpPr>
        <p:spPr>
          <a:xfrm>
            <a:off x="6890004" y="5751576"/>
            <a:ext cx="14401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100"/>
              </a:spcAft>
            </a:pPr>
            <a:r>
              <a:rPr sz="700" b="1" i="0">
                <a:solidFill>
                  <a:srgbClr val="000000"/>
                </a:solidFill>
                <a:latin typeface="Trenda IG Text"/>
              </a:rPr>
              <a:t>Auditable bindings</a:t>
            </a:r>
          </a:p>
          <a:p>
            <a:pPr>
              <a:spcAft>
                <a:spcPts val="100"/>
              </a:spcAft>
            </a:pPr>
            <a:r>
              <a:rPr sz="610" b="0" i="0">
                <a:solidFill>
                  <a:srgbClr val="595959"/>
                </a:solidFill>
                <a:latin typeface="Trenda IG Text"/>
              </a:rPr>
              <a:t>each policy recorded and verified</a:t>
            </a:r>
          </a:p>
        </p:txBody>
      </p:sp>
      <p:sp>
        <p:nvSpPr>
          <p:cNvPr id="156" name="Shape 156"/>
          <p:cNvSpPr/>
          <p:nvPr/>
        </p:nvSpPr>
        <p:spPr>
          <a:xfrm>
            <a:off x="8476488" y="5705856"/>
            <a:ext cx="1604772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9A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7" name="Shape 157"/>
          <p:cNvSpPr/>
          <p:nvPr/>
        </p:nvSpPr>
        <p:spPr>
          <a:xfrm>
            <a:off x="8476488" y="5705856"/>
            <a:ext cx="45720" cy="548640"/>
          </a:xfrm>
          <a:prstGeom prst="rect">
            <a:avLst/>
          </a:prstGeom>
          <a:solidFill>
            <a:srgbClr val="C9A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8" name="Text 158"/>
          <p:cNvSpPr txBox="1"/>
          <p:nvPr/>
        </p:nvSpPr>
        <p:spPr>
          <a:xfrm>
            <a:off x="8586216" y="5751576"/>
            <a:ext cx="14401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100"/>
              </a:spcAft>
            </a:pPr>
            <a:r>
              <a:rPr sz="700" b="1" i="0">
                <a:solidFill>
                  <a:srgbClr val="000000"/>
                </a:solidFill>
                <a:latin typeface="Trenda IG Text"/>
              </a:rPr>
              <a:t>Named approver</a:t>
            </a:r>
          </a:p>
          <a:p>
            <a:pPr>
              <a:spcAft>
                <a:spcPts val="100"/>
              </a:spcAft>
            </a:pPr>
            <a:r>
              <a:rPr sz="610" b="0" i="0">
                <a:solidFill>
                  <a:srgbClr val="595959"/>
                </a:solidFill>
                <a:latin typeface="Trenda IG Text"/>
              </a:rPr>
              <a:t>Looker approval before any file is published</a:t>
            </a:r>
          </a:p>
        </p:txBody>
      </p:sp>
      <p:sp>
        <p:nvSpPr>
          <p:cNvPr id="159" name="Shape 159"/>
          <p:cNvSpPr/>
          <p:nvPr/>
        </p:nvSpPr>
        <p:spPr>
          <a:xfrm>
            <a:off x="10172700" y="5705856"/>
            <a:ext cx="1604772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9A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0" name="Shape 160"/>
          <p:cNvSpPr/>
          <p:nvPr/>
        </p:nvSpPr>
        <p:spPr>
          <a:xfrm>
            <a:off x="10172700" y="5705856"/>
            <a:ext cx="45720" cy="548640"/>
          </a:xfrm>
          <a:prstGeom prst="rect">
            <a:avLst/>
          </a:prstGeom>
          <a:solidFill>
            <a:srgbClr val="C9A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1" name="Text 161"/>
          <p:cNvSpPr txBox="1"/>
          <p:nvPr/>
        </p:nvSpPr>
        <p:spPr>
          <a:xfrm>
            <a:off x="10282428" y="5751576"/>
            <a:ext cx="14401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100"/>
              </a:spcAft>
            </a:pPr>
            <a:r>
              <a:rPr sz="700" b="1" i="0">
                <a:solidFill>
                  <a:srgbClr val="000000"/>
                </a:solidFill>
                <a:latin typeface="Trenda IG Text"/>
              </a:rPr>
              <a:t>Pull, read-only</a:t>
            </a:r>
          </a:p>
          <a:p>
            <a:pPr>
              <a:spcAft>
                <a:spcPts val="100"/>
              </a:spcAft>
            </a:pPr>
            <a:r>
              <a:rPr sz="610" b="0" i="0">
                <a:solidFill>
                  <a:srgbClr val="595959"/>
                </a:solidFill>
                <a:latin typeface="Trenda IG Text"/>
              </a:rPr>
              <a:t>Marketing Cloud pulls tokenized fields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Insight Global">
      <a:dk1>
        <a:srgbClr val="000000"/>
      </a:dk1>
      <a:lt1>
        <a:srgbClr val="FFFFFF"/>
      </a:lt1>
      <a:dk2>
        <a:srgbClr val="00273B"/>
      </a:dk2>
      <a:lt2>
        <a:srgbClr val="F2F2F2"/>
      </a:lt2>
      <a:accent1>
        <a:srgbClr val="00D6F2"/>
      </a:accent1>
      <a:accent2>
        <a:srgbClr val="FFD700"/>
      </a:accent2>
      <a:accent3>
        <a:srgbClr val="FF0069"/>
      </a:accent3>
      <a:accent4>
        <a:srgbClr val="FA8B35"/>
      </a:accent4>
      <a:accent5>
        <a:srgbClr val="4527A0"/>
      </a:accent5>
      <a:accent6>
        <a:srgbClr val="56E13B"/>
      </a:accent6>
      <a:hlink>
        <a:srgbClr val="FF0069"/>
      </a:hlink>
      <a:folHlink>
        <a:srgbClr val="D214AA"/>
      </a:folHlink>
    </a:clrScheme>
    <a:fontScheme name="Insight Global">
      <a:majorFont>
        <a:latin typeface="Trenda IG Tex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renda IG Text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renda IG Display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renda IG Text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Trenda IG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renda IG Text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21450</Words>
  <Application>Microsoft Office PowerPoint</Application>
  <PresentationFormat>Widescreen</PresentationFormat>
  <Paragraphs>2663</Paragraphs>
  <Slides>36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36</vt:i4>
      </vt:variant>
    </vt:vector>
  </HeadingPairs>
  <TitlesOfParts>
    <vt:vector size="44" baseType="lpstr">
      <vt:lpstr>Arial</vt:lpstr>
      <vt:lpstr>Calibri</vt:lpstr>
      <vt:lpstr>Courier New</vt:lpstr>
      <vt:lpstr>Trenda IG Text</vt:lpstr>
      <vt:lpstr>Trenda IG Text Light</vt:lpstr>
      <vt:lpstr>Trenda IG Text Semibold</vt:lpstr>
      <vt:lpstr>Office Theme</vt:lpstr>
      <vt:lpstr>1_Office Theme</vt:lpstr>
      <vt:lpstr>Ascension AGENTIC HARNESS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Ascension Network Services - Engineering Context Knowledge Graph Architecture</dc:title>
  <dc:subject>PptxGenJS Presentation</dc:subject>
  <dc:creator>InsightGlobal</dc:creator>
  <cp:lastModifiedBy>Surya Chinta</cp:lastModifiedBy>
  <cp:revision>1</cp:revision>
  <dcterms:created xsi:type="dcterms:W3CDTF">2026-09-09T12:37:24Z</dcterms:created>
  <dcterms:modified xsi:type="dcterms:W3CDTF">2026-10-14T07:17:18Z</dcterms:modified>
</cp:coreProperties>
</file>