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F2F2F2"/>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6EA8FF"/>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6EA8FF"/>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6EA8FF"/>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5B8DEF"/>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5B8DE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1F5FD6"/>
          </a:solidFill>
          <a:ln w="635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F2F2F2"/>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F2F2F2"/>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5B8DE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