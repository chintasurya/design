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3" r:id="rId2"/>
  </p:sldMasterIdLst>
  <p:notesMasterIdLst>
    <p:notesMasterId r:id="rId39"/>
  </p:notesMasterIdLst>
  <p:sldIdLst>
    <p:sldId id="256" r:id="rId10"/>
    <p:sldId id="257" r:id="rId11"/>
    <p:sldId id="258" r:id="rId12"/>
    <p:sldId id="259" r:id="rId13"/>
    <p:sldId id="260" r:id="rId14"/>
    <p:sldId id="261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D7C935-1B6D-4E44-B47C-046E66B68172}" v="1" dt="2026-10-13T08:50:07.235"/>
    <p1510:client id="{D6061613-E3FA-45E3-B0BC-0BB213BEA706}" v="115" dt="2026-10-14T07:17:09.485"/>
    <p1510:client id="{FAAA239D-A7E8-691F-9086-0568C33ECAC9}" v="1" dt="2026-10-13T12:39:32.0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7386" autoAdjust="0"/>
  </p:normalViewPr>
  <p:slideViewPr>
    <p:cSldViewPr snapToGrid="0">
      <p:cViewPr>
        <p:scale>
          <a:sx n="80" d="100"/>
          <a:sy n="80" d="100"/>
        </p:scale>
        <p:origin x="62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Relationship Id="rId44" Type="http://schemas.microsoft.com/office/2016/11/relationships/changesInfo" Target="changesInfos/changesInfo1.xml"/><Relationship Id="rId4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eep Kandiraju" userId="S::sandeep.kandiraju@insightglobal.com::73c9edc8-56ca-4b73-b526-6c8c5936bb95" providerId="AD" clId="Web-{FAAA239D-A7E8-691F-9086-0568C33ECAC9}"/>
    <pc:docChg chg="delSld">
      <pc:chgData name="Sandeep Kandiraju" userId="S::sandeep.kandiraju@insightglobal.com::73c9edc8-56ca-4b73-b526-6c8c5936bb95" providerId="AD" clId="Web-{FAAA239D-A7E8-691F-9086-0568C33ECAC9}" dt="2026-10-13T12:39:32.049" v="0"/>
      <pc:docMkLst>
        <pc:docMk/>
      </pc:docMkLst>
      <pc:sldChg chg="del">
        <pc:chgData name="Sandeep Kandiraju" userId="S::sandeep.kandiraju@insightglobal.com::73c9edc8-56ca-4b73-b526-6c8c5936bb95" providerId="AD" clId="Web-{FAAA239D-A7E8-691F-9086-0568C33ECAC9}" dt="2026-10-13T12:39:32.049" v="0"/>
        <pc:sldMkLst>
          <pc:docMk/>
          <pc:sldMk cId="0" sldId="329"/>
        </pc:sldMkLst>
      </pc:sldChg>
    </pc:docChg>
  </pc:docChgLst>
  <pc:docChgLst>
    <pc:chgData name="Surya Chinta" userId="41ee6f01-053e-4268-a09b-364f54be2fbe" providerId="ADAL" clId="{E5143D04-8900-4457-BE49-945FECC57414}"/>
    <pc:docChg chg="undo custSel addSld delSld modSld sldOrd">
      <pc:chgData name="Surya Chinta" userId="41ee6f01-053e-4268-a09b-364f54be2fbe" providerId="ADAL" clId="{E5143D04-8900-4457-BE49-945FECC57414}" dt="2026-10-14T07:17:09.485" v="319"/>
      <pc:docMkLst>
        <pc:docMk/>
      </pc:docMkLst>
      <pc:sldChg chg="ord">
        <pc:chgData name="Surya Chinta" userId="41ee6f01-053e-4268-a09b-364f54be2fbe" providerId="ADAL" clId="{E5143D04-8900-4457-BE49-945FECC57414}" dt="2026-10-11T03:43:17.463" v="85"/>
        <pc:sldMkLst>
          <pc:docMk/>
          <pc:sldMk cId="0" sldId="257"/>
        </pc:sldMkLst>
      </pc:sldChg>
      <pc:sldChg chg="ord">
        <pc:chgData name="Surya Chinta" userId="41ee6f01-053e-4268-a09b-364f54be2fbe" providerId="ADAL" clId="{E5143D04-8900-4457-BE49-945FECC57414}" dt="2026-10-11T03:43:17.463" v="85"/>
        <pc:sldMkLst>
          <pc:docMk/>
          <pc:sldMk cId="0" sldId="258"/>
        </pc:sldMkLst>
      </pc:sldChg>
      <pc:sldChg chg="modSp mod">
        <pc:chgData name="Surya Chinta" userId="41ee6f01-053e-4268-a09b-364f54be2fbe" providerId="ADAL" clId="{E5143D04-8900-4457-BE49-945FECC57414}" dt="2026-10-13T03:22:34.188" v="124" actId="6549"/>
        <pc:sldMkLst>
          <pc:docMk/>
          <pc:sldMk cId="3603168410" sldId="318"/>
        </pc:sldMkLst>
        <pc:spChg chg="mod">
          <ac:chgData name="Surya Chinta" userId="41ee6f01-053e-4268-a09b-364f54be2fbe" providerId="ADAL" clId="{E5143D04-8900-4457-BE49-945FECC57414}" dt="2026-10-13T03:22:34.188" v="124" actId="6549"/>
          <ac:spMkLst>
            <pc:docMk/>
            <pc:sldMk cId="3603168410" sldId="318"/>
            <ac:spMk id="2" creationId="{4EA92DF6-3BED-B26E-DE34-1D5A049BE760}"/>
          </ac:spMkLst>
        </pc:spChg>
        <pc:spChg chg="mod">
          <ac:chgData name="Surya Chinta" userId="41ee6f01-053e-4268-a09b-364f54be2fbe" providerId="ADAL" clId="{E5143D04-8900-4457-BE49-945FECC57414}" dt="2026-10-13T03:22:23.260" v="100"/>
          <ac:spMkLst>
            <pc:docMk/>
            <pc:sldMk cId="3603168410" sldId="318"/>
            <ac:spMk id="8" creationId="{D6B1835E-2C04-5EC5-9045-B9B64D0E8440}"/>
          </ac:spMkLst>
        </pc:spChg>
        <pc:spChg chg="mod">
          <ac:chgData name="Surya Chinta" userId="41ee6f01-053e-4268-a09b-364f54be2fbe" providerId="ADAL" clId="{E5143D04-8900-4457-BE49-945FECC57414}" dt="2026-10-13T03:22:06.748" v="99" actId="20577"/>
          <ac:spMkLst>
            <pc:docMk/>
            <pc:sldMk cId="3603168410" sldId="318"/>
            <ac:spMk id="11" creationId="{3CC066D7-8386-587D-D5CA-A9B0917A0A6A}"/>
          </ac:spMkLst>
        </pc:spChg>
      </pc:sldChg>
      <pc:sldChg chg="modSp">
        <pc:chgData name="Surya Chinta" userId="41ee6f01-053e-4268-a09b-364f54be2fbe" providerId="ADAL" clId="{E5143D04-8900-4457-BE49-945FECC57414}" dt="2026-10-13T03:28:34.048" v="185"/>
        <pc:sldMkLst>
          <pc:docMk/>
          <pc:sldMk cId="0" sldId="319"/>
        </pc:sldMkLst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19"/>
            <ac:spMk id="192" creationId="{00000000-0000-0000-0000-000000000000}"/>
          </ac:spMkLst>
        </pc:spChg>
      </pc:sldChg>
      <pc:sldChg chg="add ord setBg">
        <pc:chgData name="Surya Chinta" userId="41ee6f01-053e-4268-a09b-364f54be2fbe" providerId="ADAL" clId="{E5143D04-8900-4457-BE49-945FECC57414}" dt="2026-10-11T03:43:17.463" v="85"/>
        <pc:sldMkLst>
          <pc:docMk/>
          <pc:sldMk cId="0" sldId="320"/>
        </pc:sldMkLst>
      </pc:sldChg>
      <pc:sldChg chg="add ord setBg">
        <pc:chgData name="Surya Chinta" userId="41ee6f01-053e-4268-a09b-364f54be2fbe" providerId="ADAL" clId="{E5143D04-8900-4457-BE49-945FECC57414}" dt="2026-10-11T03:43:17.463" v="85"/>
        <pc:sldMkLst>
          <pc:docMk/>
          <pc:sldMk cId="0" sldId="321"/>
        </pc:sldMkLst>
      </pc:sldChg>
      <pc:sldChg chg="add ord setBg">
        <pc:chgData name="Surya Chinta" userId="41ee6f01-053e-4268-a09b-364f54be2fbe" providerId="ADAL" clId="{E5143D04-8900-4457-BE49-945FECC57414}" dt="2026-10-11T03:43:17.463" v="85"/>
        <pc:sldMkLst>
          <pc:docMk/>
          <pc:sldMk cId="0" sldId="322"/>
        </pc:sldMkLst>
      </pc:sldChg>
      <pc:sldChg chg="addSp delSp modSp mod modNotes modNotesTx">
        <pc:chgData name="Surya Chinta" userId="41ee6f01-053e-4268-a09b-364f54be2fbe" providerId="ADAL" clId="{E5143D04-8900-4457-BE49-945FECC57414}" dt="2026-10-13T10:58:19.500" v="265" actId="767"/>
        <pc:sldMkLst>
          <pc:docMk/>
          <pc:sldMk cId="0" sldId="323"/>
        </pc:sldMkLst>
        <pc:spChg chg="mod">
          <ac:chgData name="Surya Chinta" userId="41ee6f01-053e-4268-a09b-364f54be2fbe" providerId="ADAL" clId="{E5143D04-8900-4457-BE49-945FECC57414}" dt="2026-10-13T03:23:44.191" v="129"/>
          <ac:spMkLst>
            <pc:docMk/>
            <pc:sldMk cId="0" sldId="323"/>
            <ac:spMk id="2" creationId="{00000000-0000-0000-0000-000000000000}"/>
          </ac:spMkLst>
        </pc:spChg>
        <pc:spChg chg="add del mod">
          <ac:chgData name="Surya Chinta" userId="41ee6f01-053e-4268-a09b-364f54be2fbe" providerId="ADAL" clId="{E5143D04-8900-4457-BE49-945FECC57414}" dt="2026-10-13T10:58:19.500" v="265" actId="767"/>
          <ac:spMkLst>
            <pc:docMk/>
            <pc:sldMk cId="0" sldId="323"/>
            <ac:spMk id="101" creationId="{9D224369-A1F1-48FA-2872-027FA25AA213}"/>
          </ac:spMkLst>
        </pc:spChg>
      </pc:sldChg>
      <pc:sldChg chg="modSp mod modNotes modNotesTx">
        <pc:chgData name="Surya Chinta" userId="41ee6f01-053e-4268-a09b-364f54be2fbe" providerId="ADAL" clId="{E5143D04-8900-4457-BE49-945FECC57414}" dt="2026-10-14T07:14:51.121" v="316"/>
        <pc:sldMkLst>
          <pc:docMk/>
          <pc:sldMk cId="0" sldId="324"/>
        </pc:sldMkLst>
        <pc:spChg chg="mod">
          <ac:chgData name="Surya Chinta" userId="41ee6f01-053e-4268-a09b-364f54be2fbe" providerId="ADAL" clId="{E5143D04-8900-4457-BE49-945FECC57414}" dt="2026-10-13T03:33:07.200" v="197"/>
          <ac:spMkLst>
            <pc:docMk/>
            <pc:sldMk cId="0" sldId="324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9:40.233" v="187"/>
          <ac:spMkLst>
            <pc:docMk/>
            <pc:sldMk cId="0" sldId="324"/>
            <ac:spMk id="3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4T07:14:51.121" v="316"/>
          <ac:spMkLst>
            <pc:docMk/>
            <pc:sldMk cId="0" sldId="324"/>
            <ac:spMk id="74" creationId="{00000000-0000-0000-0000-000000000000}"/>
          </ac:spMkLst>
        </pc:spChg>
      </pc:sldChg>
      <pc:sldChg chg="modSp mod modNotes modNotesTx">
        <pc:chgData name="Surya Chinta" userId="41ee6f01-053e-4268-a09b-364f54be2fbe" providerId="ADAL" clId="{E5143D04-8900-4457-BE49-945FECC57414}" dt="2026-10-14T07:14:45.178" v="315"/>
        <pc:sldMkLst>
          <pc:docMk/>
          <pc:sldMk cId="0" sldId="325"/>
        </pc:sldMkLst>
        <pc:spChg chg="mod">
          <ac:chgData name="Surya Chinta" userId="41ee6f01-053e-4268-a09b-364f54be2fbe" providerId="ADAL" clId="{E5143D04-8900-4457-BE49-945FECC57414}" dt="2026-10-13T03:33:30.591" v="198"/>
          <ac:spMkLst>
            <pc:docMk/>
            <pc:sldMk cId="0" sldId="325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9:48.285" v="190" actId="14100"/>
          <ac:spMkLst>
            <pc:docMk/>
            <pc:sldMk cId="0" sldId="325"/>
            <ac:spMk id="3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4T07:14:16.018" v="314" actId="20577"/>
          <ac:spMkLst>
            <pc:docMk/>
            <pc:sldMk cId="0" sldId="325"/>
            <ac:spMk id="7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4T07:14:45.178" v="315"/>
          <ac:spMkLst>
            <pc:docMk/>
            <pc:sldMk cId="0" sldId="325"/>
            <ac:spMk id="74" creationId="{00000000-0000-0000-0000-000000000000}"/>
          </ac:spMkLst>
        </pc:spChg>
      </pc:sldChg>
      <pc:sldChg chg="modSp modNotesTx">
        <pc:chgData name="Surya Chinta" userId="41ee6f01-053e-4268-a09b-364f54be2fbe" providerId="ADAL" clId="{E5143D04-8900-4457-BE49-945FECC57414}" dt="2026-10-13T04:22:22.021" v="251" actId="6549"/>
        <pc:sldMkLst>
          <pc:docMk/>
          <pc:sldMk cId="0" sldId="326"/>
        </pc:sldMkLst>
        <pc:spChg chg="mod">
          <ac:chgData name="Surya Chinta" userId="41ee6f01-053e-4268-a09b-364f54be2fbe" providerId="ADAL" clId="{E5143D04-8900-4457-BE49-945FECC57414}" dt="2026-10-13T03:34:02.933" v="201"/>
          <ac:spMkLst>
            <pc:docMk/>
            <pc:sldMk cId="0" sldId="326"/>
            <ac:spMk id="2" creationId="{00000000-0000-0000-0000-000000000000}"/>
          </ac:spMkLst>
        </pc:spChg>
        <pc:graphicFrameChg chg="mod">
          <ac:chgData name="Surya Chinta" userId="41ee6f01-053e-4268-a09b-364f54be2fbe" providerId="ADAL" clId="{E5143D04-8900-4457-BE49-945FECC57414}" dt="2026-10-13T03:28:34.048" v="185"/>
          <ac:graphicFrameMkLst>
            <pc:docMk/>
            <pc:sldMk cId="0" sldId="326"/>
            <ac:graphicFrameMk id="42" creationId="{00000000-0000-0000-0000-000000000000}"/>
          </ac:graphicFrameMkLst>
        </pc:graphicFrameChg>
      </pc:sldChg>
      <pc:sldChg chg="modSp add ord setBg modNotes modNotesTx">
        <pc:chgData name="Surya Chinta" userId="41ee6f01-053e-4268-a09b-364f54be2fbe" providerId="ADAL" clId="{E5143D04-8900-4457-BE49-945FECC57414}" dt="2026-10-14T07:16:00.554" v="318"/>
        <pc:sldMkLst>
          <pc:docMk/>
          <pc:sldMk cId="0" sldId="327"/>
        </pc:sldMkLst>
        <pc:spChg chg="mod">
          <ac:chgData name="Surya Chinta" userId="41ee6f01-053e-4268-a09b-364f54be2fbe" providerId="ADAL" clId="{E5143D04-8900-4457-BE49-945FECC57414}" dt="2026-10-13T03:33:41.285" v="199"/>
          <ac:spMkLst>
            <pc:docMk/>
            <pc:sldMk cId="0" sldId="327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27"/>
            <ac:spMk id="4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27"/>
            <ac:spMk id="6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27"/>
            <ac:spMk id="69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27"/>
            <ac:spMk id="80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27"/>
            <ac:spMk id="84" creationId="{00000000-0000-0000-0000-000000000000}"/>
          </ac:spMkLst>
        </pc:spChg>
      </pc:sldChg>
      <pc:sldChg chg="modSp add ord setBg modNotes modNotesTx">
        <pc:chgData name="Surya Chinta" userId="41ee6f01-053e-4268-a09b-364f54be2fbe" providerId="ADAL" clId="{E5143D04-8900-4457-BE49-945FECC57414}" dt="2026-10-14T07:16:00.554" v="318"/>
        <pc:sldMkLst>
          <pc:docMk/>
          <pc:sldMk cId="0" sldId="328"/>
        </pc:sldMkLst>
        <pc:spChg chg="mod">
          <ac:chgData name="Surya Chinta" userId="41ee6f01-053e-4268-a09b-364f54be2fbe" providerId="ADAL" clId="{E5143D04-8900-4457-BE49-945FECC57414}" dt="2026-10-13T03:33:52.276" v="200"/>
          <ac:spMkLst>
            <pc:docMk/>
            <pc:sldMk cId="0" sldId="328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28"/>
            <ac:spMk id="4" creationId="{00000000-0000-0000-0000-000000000000}"/>
          </ac:spMkLst>
        </pc:spChg>
      </pc:sldChg>
      <pc:sldChg chg="modSp mod modNotes modNotesTx">
        <pc:chgData name="Surya Chinta" userId="41ee6f01-053e-4268-a09b-364f54be2fbe" providerId="ADAL" clId="{E5143D04-8900-4457-BE49-945FECC57414}" dt="2026-10-13T10:58:02.892" v="260" actId="1076"/>
        <pc:sldMkLst>
          <pc:docMk/>
          <pc:sldMk cId="0" sldId="329"/>
        </pc:sldMkLst>
        <pc:spChg chg="mod">
          <ac:chgData name="Surya Chinta" userId="41ee6f01-053e-4268-a09b-364f54be2fbe" providerId="ADAL" clId="{E5143D04-8900-4457-BE49-945FECC57414}" dt="2026-10-13T03:22:50.685" v="125"/>
          <ac:spMkLst>
            <pc:docMk/>
            <pc:sldMk cId="0" sldId="329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3:19.005" v="128" actId="20577"/>
          <ac:spMkLst>
            <pc:docMk/>
            <pc:sldMk cId="0" sldId="329"/>
            <ac:spMk id="4" creationId="{00000000-0000-0000-0000-000000000000}"/>
          </ac:spMkLst>
        </pc:spChg>
        <pc:picChg chg="mod">
          <ac:chgData name="Surya Chinta" userId="41ee6f01-053e-4268-a09b-364f54be2fbe" providerId="ADAL" clId="{E5143D04-8900-4457-BE49-945FECC57414}" dt="2026-10-13T10:58:02.892" v="260" actId="1076"/>
          <ac:picMkLst>
            <pc:docMk/>
            <pc:sldMk cId="0" sldId="329"/>
            <ac:picMk id="28" creationId="{00000000-0000-0000-0000-000000000000}"/>
          </ac:picMkLst>
        </pc:picChg>
      </pc:sldChg>
      <pc:sldChg chg="delSp modSp mod modNotes modNotesTx">
        <pc:chgData name="Surya Chinta" userId="41ee6f01-053e-4268-a09b-364f54be2fbe" providerId="ADAL" clId="{E5143D04-8900-4457-BE49-945FECC57414}" dt="2026-10-14T07:11:16.844" v="300" actId="478"/>
        <pc:sldMkLst>
          <pc:docMk/>
          <pc:sldMk cId="0" sldId="330"/>
        </pc:sldMkLst>
        <pc:spChg chg="mod">
          <ac:chgData name="Surya Chinta" userId="41ee6f01-053e-4268-a09b-364f54be2fbe" providerId="ADAL" clId="{E5143D04-8900-4457-BE49-945FECC57414}" dt="2026-10-13T03:24:18.366" v="130"/>
          <ac:spMkLst>
            <pc:docMk/>
            <pc:sldMk cId="0" sldId="330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4:23.820" v="131"/>
          <ac:spMkLst>
            <pc:docMk/>
            <pc:sldMk cId="0" sldId="330"/>
            <ac:spMk id="3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4:34.197" v="133" actId="14100"/>
          <ac:spMkLst>
            <pc:docMk/>
            <pc:sldMk cId="0" sldId="330"/>
            <ac:spMk id="15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4:45.614" v="144" actId="20577"/>
          <ac:spMkLst>
            <pc:docMk/>
            <pc:sldMk cId="0" sldId="330"/>
            <ac:spMk id="24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4:51.269" v="151" actId="20577"/>
          <ac:spMkLst>
            <pc:docMk/>
            <pc:sldMk cId="0" sldId="330"/>
            <ac:spMk id="33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4:55.363" v="158" actId="20577"/>
          <ac:spMkLst>
            <pc:docMk/>
            <pc:sldMk cId="0" sldId="330"/>
            <ac:spMk id="4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5:01.556" v="165" actId="20577"/>
          <ac:spMkLst>
            <pc:docMk/>
            <pc:sldMk cId="0" sldId="330"/>
            <ac:spMk id="65" creationId="{00000000-0000-0000-0000-000000000000}"/>
          </ac:spMkLst>
        </pc:spChg>
        <pc:spChg chg="del mod">
          <ac:chgData name="Surya Chinta" userId="41ee6f01-053e-4268-a09b-364f54be2fbe" providerId="ADAL" clId="{E5143D04-8900-4457-BE49-945FECC57414}" dt="2026-10-14T07:11:16.844" v="300" actId="478"/>
          <ac:spMkLst>
            <pc:docMk/>
            <pc:sldMk cId="0" sldId="330"/>
            <ac:spMk id="105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6:45.288" v="166"/>
          <ac:spMkLst>
            <pc:docMk/>
            <pc:sldMk cId="0" sldId="330"/>
            <ac:spMk id="108" creationId="{00000000-0000-0000-0000-000000000000}"/>
          </ac:spMkLst>
        </pc:spChg>
      </pc:sldChg>
      <pc:sldChg chg="modSp modNotes">
        <pc:chgData name="Surya Chinta" userId="41ee6f01-053e-4268-a09b-364f54be2fbe" providerId="ADAL" clId="{E5143D04-8900-4457-BE49-945FECC57414}" dt="2026-10-13T03:28:34.048" v="185"/>
        <pc:sldMkLst>
          <pc:docMk/>
          <pc:sldMk cId="0" sldId="331"/>
        </pc:sldMkLst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1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1"/>
            <ac:spMk id="4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1"/>
            <ac:spMk id="81" creationId="{00000000-0000-0000-0000-000000000000}"/>
          </ac:spMkLst>
        </pc:spChg>
      </pc:sldChg>
      <pc:sldChg chg="modSp modNotes">
        <pc:chgData name="Surya Chinta" userId="41ee6f01-053e-4268-a09b-364f54be2fbe" providerId="ADAL" clId="{E5143D04-8900-4457-BE49-945FECC57414}" dt="2026-10-13T03:28:34.048" v="185"/>
        <pc:sldMkLst>
          <pc:docMk/>
          <pc:sldMk cId="0" sldId="332"/>
        </pc:sldMkLst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2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2"/>
            <ac:spMk id="126" creationId="{00000000-0000-0000-0000-000000000000}"/>
          </ac:spMkLst>
        </pc:spChg>
      </pc:sldChg>
      <pc:sldChg chg="modSp mod ord modNotesTx">
        <pc:chgData name="Surya Chinta" userId="41ee6f01-053e-4268-a09b-364f54be2fbe" providerId="ADAL" clId="{E5143D04-8900-4457-BE49-945FECC57414}" dt="2026-10-14T07:13:57.250" v="307"/>
        <pc:sldMkLst>
          <pc:docMk/>
          <pc:sldMk cId="0" sldId="333"/>
        </pc:sldMkLst>
        <pc:spChg chg="mod">
          <ac:chgData name="Surya Chinta" userId="41ee6f01-053e-4268-a09b-364f54be2fbe" providerId="ADAL" clId="{E5143D04-8900-4457-BE49-945FECC57414}" dt="2026-10-13T03:27:27.458" v="167"/>
          <ac:spMkLst>
            <pc:docMk/>
            <pc:sldMk cId="0" sldId="333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16.684" v="183" actId="6549"/>
          <ac:spMkLst>
            <pc:docMk/>
            <pc:sldMk cId="0" sldId="333"/>
            <ac:spMk id="4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7:37.291" v="168"/>
          <ac:spMkLst>
            <pc:docMk/>
            <pc:sldMk cId="0" sldId="333"/>
            <ac:spMk id="25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3"/>
            <ac:spMk id="29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7:39.764" v="169"/>
          <ac:spMkLst>
            <pc:docMk/>
            <pc:sldMk cId="0" sldId="333"/>
            <ac:spMk id="40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7:41.143" v="170"/>
          <ac:spMkLst>
            <pc:docMk/>
            <pc:sldMk cId="0" sldId="333"/>
            <ac:spMk id="55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7:43.215" v="171"/>
          <ac:spMkLst>
            <pc:docMk/>
            <pc:sldMk cId="0" sldId="333"/>
            <ac:spMk id="70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7:45.250" v="172"/>
          <ac:spMkLst>
            <pc:docMk/>
            <pc:sldMk cId="0" sldId="333"/>
            <ac:spMk id="85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7:59.123" v="177"/>
          <ac:spMkLst>
            <pc:docMk/>
            <pc:sldMk cId="0" sldId="333"/>
            <ac:spMk id="96" creationId="{00000000-0000-0000-0000-000000000000}"/>
          </ac:spMkLst>
        </pc:spChg>
      </pc:sldChg>
      <pc:sldChg chg="modSp ord modNotes modNotesTx">
        <pc:chgData name="Surya Chinta" userId="41ee6f01-053e-4268-a09b-364f54be2fbe" providerId="ADAL" clId="{E5143D04-8900-4457-BE49-945FECC57414}" dt="2026-10-13T12:22:32.091" v="298"/>
        <pc:sldMkLst>
          <pc:docMk/>
          <pc:sldMk cId="0" sldId="334"/>
        </pc:sldMkLst>
        <pc:spChg chg="mod">
          <ac:chgData name="Surya Chinta" userId="41ee6f01-053e-4268-a09b-364f54be2fbe" providerId="ADAL" clId="{E5143D04-8900-4457-BE49-945FECC57414}" dt="2026-10-13T03:34:13.524" v="202"/>
          <ac:spMkLst>
            <pc:docMk/>
            <pc:sldMk cId="0" sldId="334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4"/>
            <ac:spMk id="3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4"/>
            <ac:spMk id="4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4"/>
            <ac:spMk id="20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30:46.884" v="191"/>
          <ac:spMkLst>
            <pc:docMk/>
            <pc:sldMk cId="0" sldId="334"/>
            <ac:spMk id="25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4"/>
            <ac:spMk id="30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4"/>
            <ac:spMk id="37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4"/>
            <ac:spMk id="51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4"/>
            <ac:spMk id="64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4"/>
            <ac:spMk id="73" creationId="{00000000-0000-0000-0000-000000000000}"/>
          </ac:spMkLst>
        </pc:spChg>
      </pc:sldChg>
      <pc:sldChg chg="modSp del mod modNotes">
        <pc:chgData name="Surya Chinta" userId="41ee6f01-053e-4268-a09b-364f54be2fbe" providerId="ADAL" clId="{E5143D04-8900-4457-BE49-945FECC57414}" dt="2026-10-13T03:44:33.827" v="216" actId="47"/>
        <pc:sldMkLst>
          <pc:docMk/>
          <pc:sldMk cId="0" sldId="335"/>
        </pc:sldMkLst>
        <pc:spChg chg="mod">
          <ac:chgData name="Surya Chinta" userId="41ee6f01-053e-4268-a09b-364f54be2fbe" providerId="ADAL" clId="{E5143D04-8900-4457-BE49-945FECC57414}" dt="2026-10-13T03:34:23.697" v="203"/>
          <ac:spMkLst>
            <pc:docMk/>
            <pc:sldMk cId="0" sldId="335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34:36.102" v="206"/>
          <ac:spMkLst>
            <pc:docMk/>
            <pc:sldMk cId="0" sldId="335"/>
            <ac:spMk id="3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34:51.317" v="207"/>
          <ac:spMkLst>
            <pc:docMk/>
            <pc:sldMk cId="0" sldId="335"/>
            <ac:spMk id="33" creationId="{00000000-0000-0000-0000-000000000000}"/>
          </ac:spMkLst>
        </pc:spChg>
      </pc:sldChg>
      <pc:sldChg chg="modSp mod modNotes modNotesTx">
        <pc:chgData name="Surya Chinta" userId="41ee6f01-053e-4268-a09b-364f54be2fbe" providerId="ADAL" clId="{E5143D04-8900-4457-BE49-945FECC57414}" dt="2026-10-13T04:22:34.933" v="255" actId="6549"/>
        <pc:sldMkLst>
          <pc:docMk/>
          <pc:sldMk cId="0" sldId="339"/>
        </pc:sldMkLst>
        <pc:spChg chg="mod">
          <ac:chgData name="Surya Chinta" userId="41ee6f01-053e-4268-a09b-364f54be2fbe" providerId="ADAL" clId="{E5143D04-8900-4457-BE49-945FECC57414}" dt="2026-10-13T03:35:26.985" v="208"/>
          <ac:spMkLst>
            <pc:docMk/>
            <pc:sldMk cId="0" sldId="339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31:47.056" v="193"/>
          <ac:spMkLst>
            <pc:docMk/>
            <pc:sldMk cId="0" sldId="339"/>
            <ac:spMk id="26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31:41.142" v="192"/>
          <ac:spMkLst>
            <pc:docMk/>
            <pc:sldMk cId="0" sldId="339"/>
            <ac:spMk id="27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31:57.525" v="195"/>
          <ac:spMkLst>
            <pc:docMk/>
            <pc:sldMk cId="0" sldId="339"/>
            <ac:spMk id="3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32:04.546" v="196"/>
          <ac:spMkLst>
            <pc:docMk/>
            <pc:sldMk cId="0" sldId="339"/>
            <ac:spMk id="33" creationId="{00000000-0000-0000-0000-000000000000}"/>
          </ac:spMkLst>
        </pc:spChg>
      </pc:sldChg>
      <pc:sldChg chg="modSp">
        <pc:chgData name="Surya Chinta" userId="41ee6f01-053e-4268-a09b-364f54be2fbe" providerId="ADAL" clId="{E5143D04-8900-4457-BE49-945FECC57414}" dt="2026-10-13T03:35:36.466" v="209"/>
        <pc:sldMkLst>
          <pc:docMk/>
          <pc:sldMk cId="0" sldId="340"/>
        </pc:sldMkLst>
        <pc:spChg chg="mod">
          <ac:chgData name="Surya Chinta" userId="41ee6f01-053e-4268-a09b-364f54be2fbe" providerId="ADAL" clId="{E5143D04-8900-4457-BE49-945FECC57414}" dt="2026-10-13T03:35:36.466" v="209"/>
          <ac:spMkLst>
            <pc:docMk/>
            <pc:sldMk cId="0" sldId="340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40"/>
            <ac:spMk id="4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40"/>
            <ac:spMk id="26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40"/>
            <ac:spMk id="88" creationId="{00000000-0000-0000-0000-000000000000}"/>
          </ac:spMkLst>
        </pc:spChg>
      </pc:sldChg>
      <pc:sldChg chg="add modNotesTx">
        <pc:chgData name="Surya Chinta" userId="41ee6f01-053e-4268-a09b-364f54be2fbe" providerId="ADAL" clId="{E5143D04-8900-4457-BE49-945FECC57414}" dt="2026-10-13T04:22:29.093" v="253" actId="6549"/>
        <pc:sldMkLst>
          <pc:docMk/>
          <pc:sldMk cId="2669657146" sldId="341"/>
        </pc:sldMkLst>
      </pc:sldChg>
      <pc:sldChg chg="add del">
        <pc:chgData name="Surya Chinta" userId="41ee6f01-053e-4268-a09b-364f54be2fbe" providerId="ADAL" clId="{E5143D04-8900-4457-BE49-945FECC57414}" dt="2026-10-13T03:44:16.334" v="213"/>
        <pc:sldMkLst>
          <pc:docMk/>
          <pc:sldMk cId="2818508910" sldId="341"/>
        </pc:sldMkLst>
      </pc:sldChg>
      <pc:sldChg chg="add del">
        <pc:chgData name="Surya Chinta" userId="41ee6f01-053e-4268-a09b-364f54be2fbe" providerId="ADAL" clId="{E5143D04-8900-4457-BE49-945FECC57414}" dt="2026-10-13T03:44:14.885" v="212"/>
        <pc:sldMkLst>
          <pc:docMk/>
          <pc:sldMk cId="3003088139" sldId="342"/>
        </pc:sldMkLst>
      </pc:sldChg>
      <pc:sldChg chg="add modNotesTx">
        <pc:chgData name="Surya Chinta" userId="41ee6f01-053e-4268-a09b-364f54be2fbe" providerId="ADAL" clId="{E5143D04-8900-4457-BE49-945FECC57414}" dt="2026-10-13T04:22:32.289" v="254" actId="6549"/>
        <pc:sldMkLst>
          <pc:docMk/>
          <pc:sldMk cId="3993354396" sldId="342"/>
        </pc:sldMkLst>
      </pc:sldChg>
      <pc:sldChg chg="new del">
        <pc:chgData name="Surya Chinta" userId="41ee6f01-053e-4268-a09b-364f54be2fbe" providerId="ADAL" clId="{E5143D04-8900-4457-BE49-945FECC57414}" dt="2026-10-13T04:11:46.664" v="218" actId="47"/>
        <pc:sldMkLst>
          <pc:docMk/>
          <pc:sldMk cId="737576513" sldId="343"/>
        </pc:sldMkLst>
      </pc:sldChg>
      <pc:sldChg chg="add del ord">
        <pc:chgData name="Surya Chinta" userId="41ee6f01-053e-4268-a09b-364f54be2fbe" providerId="ADAL" clId="{E5143D04-8900-4457-BE49-945FECC57414}" dt="2026-10-13T12:06:18.032" v="295" actId="47"/>
        <pc:sldMkLst>
          <pc:docMk/>
          <pc:sldMk cId="3339790584" sldId="343"/>
        </pc:sldMkLst>
      </pc:sldChg>
      <pc:sldChg chg="addSp delSp modSp add del mod">
        <pc:chgData name="Surya Chinta" userId="41ee6f01-053e-4268-a09b-364f54be2fbe" providerId="ADAL" clId="{E5143D04-8900-4457-BE49-945FECC57414}" dt="2026-10-13T04:15:22.525" v="238" actId="47"/>
        <pc:sldMkLst>
          <pc:docMk/>
          <pc:sldMk cId="3892843266" sldId="343"/>
        </pc:sldMkLst>
        <pc:spChg chg="mod">
          <ac:chgData name="Surya Chinta" userId="41ee6f01-053e-4268-a09b-364f54be2fbe" providerId="ADAL" clId="{E5143D04-8900-4457-BE49-945FECC57414}" dt="2026-10-13T04:12:55.407" v="230" actId="20577"/>
          <ac:spMkLst>
            <pc:docMk/>
            <pc:sldMk cId="3892843266" sldId="343"/>
            <ac:spMk id="2" creationId="{E0CE59E0-75BE-9435-6D4B-10DDEFDBC63E}"/>
          </ac:spMkLst>
        </pc:spChg>
        <pc:spChg chg="mod">
          <ac:chgData name="Surya Chinta" userId="41ee6f01-053e-4268-a09b-364f54be2fbe" providerId="ADAL" clId="{E5143D04-8900-4457-BE49-945FECC57414}" dt="2026-10-13T04:12:20.340" v="223" actId="207"/>
          <ac:spMkLst>
            <pc:docMk/>
            <pc:sldMk cId="3892843266" sldId="343"/>
            <ac:spMk id="3" creationId="{599C01BF-5D22-1106-AD67-6E63C9DE218F}"/>
          </ac:spMkLst>
        </pc:spChg>
        <pc:spChg chg="del">
          <ac:chgData name="Surya Chinta" userId="41ee6f01-053e-4268-a09b-364f54be2fbe" providerId="ADAL" clId="{E5143D04-8900-4457-BE49-945FECC57414}" dt="2026-10-13T04:12:00.043" v="220" actId="478"/>
          <ac:spMkLst>
            <pc:docMk/>
            <pc:sldMk cId="3892843266" sldId="343"/>
            <ac:spMk id="31" creationId="{8E183A8A-0725-6582-1943-F79D6A7046D1}"/>
          </ac:spMkLst>
        </pc:spChg>
        <pc:spChg chg="del">
          <ac:chgData name="Surya Chinta" userId="41ee6f01-053e-4268-a09b-364f54be2fbe" providerId="ADAL" clId="{E5143D04-8900-4457-BE49-945FECC57414}" dt="2026-10-13T04:12:00.043" v="220" actId="478"/>
          <ac:spMkLst>
            <pc:docMk/>
            <pc:sldMk cId="3892843266" sldId="343"/>
            <ac:spMk id="38" creationId="{63425C44-364C-C4B7-A2FC-0854385A8062}"/>
          </ac:spMkLst>
        </pc:spChg>
        <pc:spChg chg="del">
          <ac:chgData name="Surya Chinta" userId="41ee6f01-053e-4268-a09b-364f54be2fbe" providerId="ADAL" clId="{E5143D04-8900-4457-BE49-945FECC57414}" dt="2026-10-13T04:12:00.043" v="220" actId="478"/>
          <ac:spMkLst>
            <pc:docMk/>
            <pc:sldMk cId="3892843266" sldId="343"/>
            <ac:spMk id="41" creationId="{71DBD3F2-32CF-76F9-CBED-FD96AAC9137F}"/>
          </ac:spMkLst>
        </pc:spChg>
        <pc:spChg chg="del">
          <ac:chgData name="Surya Chinta" userId="41ee6f01-053e-4268-a09b-364f54be2fbe" providerId="ADAL" clId="{E5143D04-8900-4457-BE49-945FECC57414}" dt="2026-10-13T04:12:00.043" v="220" actId="478"/>
          <ac:spMkLst>
            <pc:docMk/>
            <pc:sldMk cId="3892843266" sldId="343"/>
            <ac:spMk id="46" creationId="{B0C810E7-5B23-8DF3-BF67-17B8277548AC}"/>
          </ac:spMkLst>
        </pc:spChg>
        <pc:spChg chg="del">
          <ac:chgData name="Surya Chinta" userId="41ee6f01-053e-4268-a09b-364f54be2fbe" providerId="ADAL" clId="{E5143D04-8900-4457-BE49-945FECC57414}" dt="2026-10-13T04:12:00.043" v="220" actId="478"/>
          <ac:spMkLst>
            <pc:docMk/>
            <pc:sldMk cId="3892843266" sldId="343"/>
            <ac:spMk id="53" creationId="{A2C8178C-C2E9-A652-8894-2357F0135A01}"/>
          </ac:spMkLst>
        </pc:spChg>
        <pc:spChg chg="del">
          <ac:chgData name="Surya Chinta" userId="41ee6f01-053e-4268-a09b-364f54be2fbe" providerId="ADAL" clId="{E5143D04-8900-4457-BE49-945FECC57414}" dt="2026-10-13T04:12:00.043" v="220" actId="478"/>
          <ac:spMkLst>
            <pc:docMk/>
            <pc:sldMk cId="3892843266" sldId="343"/>
            <ac:spMk id="55" creationId="{BA83F133-902C-1573-908A-16E49462339D}"/>
          </ac:spMkLst>
        </pc:spChg>
        <pc:spChg chg="del">
          <ac:chgData name="Surya Chinta" userId="41ee6f01-053e-4268-a09b-364f54be2fbe" providerId="ADAL" clId="{E5143D04-8900-4457-BE49-945FECC57414}" dt="2026-10-13T04:12:00.043" v="220" actId="478"/>
          <ac:spMkLst>
            <pc:docMk/>
            <pc:sldMk cId="3892843266" sldId="343"/>
            <ac:spMk id="68" creationId="{E0D90BEE-2932-970B-A7EE-EFEC78067453}"/>
          </ac:spMkLst>
        </pc:spChg>
        <pc:spChg chg="del">
          <ac:chgData name="Surya Chinta" userId="41ee6f01-053e-4268-a09b-364f54be2fbe" providerId="ADAL" clId="{E5143D04-8900-4457-BE49-945FECC57414}" dt="2026-10-13T04:12:00.043" v="220" actId="478"/>
          <ac:spMkLst>
            <pc:docMk/>
            <pc:sldMk cId="3892843266" sldId="343"/>
            <ac:spMk id="85" creationId="{AEE79047-C152-0D59-62D1-583DF2B29C2A}"/>
          </ac:spMkLst>
        </pc:spChg>
        <pc:spChg chg="del">
          <ac:chgData name="Surya Chinta" userId="41ee6f01-053e-4268-a09b-364f54be2fbe" providerId="ADAL" clId="{E5143D04-8900-4457-BE49-945FECC57414}" dt="2026-10-13T04:12:00.043" v="220" actId="478"/>
          <ac:spMkLst>
            <pc:docMk/>
            <pc:sldMk cId="3892843266" sldId="343"/>
            <ac:spMk id="91" creationId="{8D978C35-A29B-AAE8-BBD6-E44A4FC5102C}"/>
          </ac:spMkLst>
        </pc:spChg>
        <pc:spChg chg="del">
          <ac:chgData name="Surya Chinta" userId="41ee6f01-053e-4268-a09b-364f54be2fbe" providerId="ADAL" clId="{E5143D04-8900-4457-BE49-945FECC57414}" dt="2026-10-13T04:12:00.043" v="220" actId="478"/>
          <ac:spMkLst>
            <pc:docMk/>
            <pc:sldMk cId="3892843266" sldId="343"/>
            <ac:spMk id="99" creationId="{CA3C0FEA-71D2-2AA4-08CC-E641AF679B3B}"/>
          </ac:spMkLst>
        </pc:spChg>
        <pc:spChg chg="del">
          <ac:chgData name="Surya Chinta" userId="41ee6f01-053e-4268-a09b-364f54be2fbe" providerId="ADAL" clId="{E5143D04-8900-4457-BE49-945FECC57414}" dt="2026-10-13T04:12:01.841" v="221" actId="478"/>
          <ac:spMkLst>
            <pc:docMk/>
            <pc:sldMk cId="3892843266" sldId="343"/>
            <ac:spMk id="108" creationId="{E15381FE-68C1-22AF-4D5D-EDB6C331AF52}"/>
          </ac:spMkLst>
        </pc:spChg>
        <pc:spChg chg="add mod">
          <ac:chgData name="Surya Chinta" userId="41ee6f01-053e-4268-a09b-364f54be2fbe" providerId="ADAL" clId="{E5143D04-8900-4457-BE49-945FECC57414}" dt="2026-10-13T04:13:09.951" v="232" actId="1076"/>
          <ac:spMkLst>
            <pc:docMk/>
            <pc:sldMk cId="3892843266" sldId="343"/>
            <ac:spMk id="118" creationId="{4AF22FC1-5D27-8A16-A53B-FCB9926D906B}"/>
          </ac:spMkLst>
        </pc:spChg>
        <pc:spChg chg="add mod">
          <ac:chgData name="Surya Chinta" userId="41ee6f01-053e-4268-a09b-364f54be2fbe" providerId="ADAL" clId="{E5143D04-8900-4457-BE49-945FECC57414}" dt="2026-10-13T04:13:09.951" v="232" actId="1076"/>
          <ac:spMkLst>
            <pc:docMk/>
            <pc:sldMk cId="3892843266" sldId="343"/>
            <ac:spMk id="132" creationId="{466E524F-AB36-8918-1BE9-480623BB13C2}"/>
          </ac:spMkLst>
        </pc:spChg>
        <pc:spChg chg="add mod">
          <ac:chgData name="Surya Chinta" userId="41ee6f01-053e-4268-a09b-364f54be2fbe" providerId="ADAL" clId="{E5143D04-8900-4457-BE49-945FECC57414}" dt="2026-10-13T04:13:09.951" v="232" actId="1076"/>
          <ac:spMkLst>
            <pc:docMk/>
            <pc:sldMk cId="3892843266" sldId="343"/>
            <ac:spMk id="144" creationId="{EC556DE5-EC56-A467-97D2-D3368DFD65A4}"/>
          </ac:spMkLst>
        </pc:spChg>
        <pc:spChg chg="add mod">
          <ac:chgData name="Surya Chinta" userId="41ee6f01-053e-4268-a09b-364f54be2fbe" providerId="ADAL" clId="{E5143D04-8900-4457-BE49-945FECC57414}" dt="2026-10-13T04:13:09.951" v="232" actId="1076"/>
          <ac:spMkLst>
            <pc:docMk/>
            <pc:sldMk cId="3892843266" sldId="343"/>
            <ac:spMk id="170" creationId="{C5A72FE7-385F-9BB7-3B04-934C4FA758EE}"/>
          </ac:spMkLst>
        </pc:spChg>
        <pc:spChg chg="add mod">
          <ac:chgData name="Surya Chinta" userId="41ee6f01-053e-4268-a09b-364f54be2fbe" providerId="ADAL" clId="{E5143D04-8900-4457-BE49-945FECC57414}" dt="2026-10-13T04:13:09.951" v="232" actId="1076"/>
          <ac:spMkLst>
            <pc:docMk/>
            <pc:sldMk cId="3892843266" sldId="343"/>
            <ac:spMk id="172" creationId="{05B8221B-335C-34EE-460A-A86A4D248370}"/>
          </ac:spMkLst>
        </pc:spChg>
        <pc:spChg chg="add mod">
          <ac:chgData name="Surya Chinta" userId="41ee6f01-053e-4268-a09b-364f54be2fbe" providerId="ADAL" clId="{E5143D04-8900-4457-BE49-945FECC57414}" dt="2026-10-13T04:13:09.951" v="232" actId="1076"/>
          <ac:spMkLst>
            <pc:docMk/>
            <pc:sldMk cId="3892843266" sldId="343"/>
            <ac:spMk id="184" creationId="{202324D7-D099-6EEC-8176-12A508DA3E6B}"/>
          </ac:spMkLst>
        </pc:spChg>
        <pc:spChg chg="add mod">
          <ac:chgData name="Surya Chinta" userId="41ee6f01-053e-4268-a09b-364f54be2fbe" providerId="ADAL" clId="{E5143D04-8900-4457-BE49-945FECC57414}" dt="2026-10-13T04:13:09.951" v="232" actId="1076"/>
          <ac:spMkLst>
            <pc:docMk/>
            <pc:sldMk cId="3892843266" sldId="343"/>
            <ac:spMk id="188" creationId="{3693C6B7-C548-4D11-7D35-47285A407E03}"/>
          </ac:spMkLst>
        </pc:spChg>
        <pc:spChg chg="add mod">
          <ac:chgData name="Surya Chinta" userId="41ee6f01-053e-4268-a09b-364f54be2fbe" providerId="ADAL" clId="{E5143D04-8900-4457-BE49-945FECC57414}" dt="2026-10-13T04:13:09.951" v="232" actId="1076"/>
          <ac:spMkLst>
            <pc:docMk/>
            <pc:sldMk cId="3892843266" sldId="343"/>
            <ac:spMk id="190" creationId="{2128F82A-1AD6-0D43-8F62-A5BE8EB2BA93}"/>
          </ac:spMkLst>
        </pc:spChg>
        <pc:spChg chg="add mod">
          <ac:chgData name="Surya Chinta" userId="41ee6f01-053e-4268-a09b-364f54be2fbe" providerId="ADAL" clId="{E5143D04-8900-4457-BE49-945FECC57414}" dt="2026-10-13T04:13:09.951" v="232" actId="1076"/>
          <ac:spMkLst>
            <pc:docMk/>
            <pc:sldMk cId="3892843266" sldId="343"/>
            <ac:spMk id="192" creationId="{02DFBC2B-0868-6FA4-976D-CD8070FA3135}"/>
          </ac:spMkLst>
        </pc:spChg>
        <pc:spChg chg="add mod">
          <ac:chgData name="Surya Chinta" userId="41ee6f01-053e-4268-a09b-364f54be2fbe" providerId="ADAL" clId="{E5143D04-8900-4457-BE49-945FECC57414}" dt="2026-10-13T04:13:09.951" v="232" actId="1076"/>
          <ac:spMkLst>
            <pc:docMk/>
            <pc:sldMk cId="3892843266" sldId="343"/>
            <ac:spMk id="196" creationId="{56F795E0-33B3-64D3-5797-AE87CDE66C3C}"/>
          </ac:spMkLst>
        </pc:spChg>
      </pc:sldChg>
      <pc:sldChg chg="add ord modNotesTx">
        <pc:chgData name="Surya Chinta" userId="41ee6f01-053e-4268-a09b-364f54be2fbe" providerId="ADAL" clId="{E5143D04-8900-4457-BE49-945FECC57414}" dt="2026-10-13T11:51:43.874" v="285"/>
        <pc:sldMkLst>
          <pc:docMk/>
          <pc:sldMk cId="3269789473" sldId="344"/>
        </pc:sldMkLst>
      </pc:sldChg>
      <pc:sldChg chg="add del setBg">
        <pc:chgData name="Surya Chinta" userId="41ee6f01-053e-4268-a09b-364f54be2fbe" providerId="ADAL" clId="{E5143D04-8900-4457-BE49-945FECC57414}" dt="2026-10-13T04:15:16.367" v="234"/>
        <pc:sldMkLst>
          <pc:docMk/>
          <pc:sldMk cId="3998421934" sldId="344"/>
        </pc:sldMkLst>
      </pc:sldChg>
      <pc:sldChg chg="add ord">
        <pc:chgData name="Surya Chinta" userId="41ee6f01-053e-4268-a09b-364f54be2fbe" providerId="ADAL" clId="{E5143D04-8900-4457-BE49-945FECC57414}" dt="2026-10-13T11:51:39.320" v="283"/>
        <pc:sldMkLst>
          <pc:docMk/>
          <pc:sldMk cId="2510581986" sldId="345"/>
        </pc:sldMkLst>
      </pc:sldChg>
      <pc:sldChg chg="add del setBg">
        <pc:chgData name="Surya Chinta" userId="41ee6f01-053e-4268-a09b-364f54be2fbe" providerId="ADAL" clId="{E5143D04-8900-4457-BE49-945FECC57414}" dt="2026-10-13T11:12:46.491" v="267"/>
        <pc:sldMkLst>
          <pc:docMk/>
          <pc:sldMk cId="2168820613" sldId="346"/>
        </pc:sldMkLst>
      </pc:sldChg>
      <pc:sldChg chg="addSp delSp modSp add mod ord">
        <pc:chgData name="Surya Chinta" userId="41ee6f01-053e-4268-a09b-364f54be2fbe" providerId="ADAL" clId="{E5143D04-8900-4457-BE49-945FECC57414}" dt="2026-10-14T07:13:17.527" v="305"/>
        <pc:sldMkLst>
          <pc:docMk/>
          <pc:sldMk cId="3951767496" sldId="346"/>
        </pc:sldMkLst>
        <pc:spChg chg="add del mod">
          <ac:chgData name="Surya Chinta" userId="41ee6f01-053e-4268-a09b-364f54be2fbe" providerId="ADAL" clId="{E5143D04-8900-4457-BE49-945FECC57414}" dt="2026-10-13T11:13:14.607" v="272"/>
          <ac:spMkLst>
            <pc:docMk/>
            <pc:sldMk cId="3951767496" sldId="346"/>
            <ac:spMk id="79" creationId="{F2B1CF47-0C8F-0E49-D014-4F94A5BE112F}"/>
          </ac:spMkLst>
        </pc:spChg>
        <pc:spChg chg="add del mod">
          <ac:chgData name="Surya Chinta" userId="41ee6f01-053e-4268-a09b-364f54be2fbe" providerId="ADAL" clId="{E5143D04-8900-4457-BE49-945FECC57414}" dt="2026-10-13T11:13:16.074" v="275"/>
          <ac:spMkLst>
            <pc:docMk/>
            <pc:sldMk cId="3951767496" sldId="346"/>
            <ac:spMk id="80" creationId="{7FEC237C-6384-FF6A-D5A3-C979EE5C2DAC}"/>
          </ac:spMkLst>
        </pc:spChg>
      </pc:sldChg>
      <pc:sldChg chg="add ord">
        <pc:chgData name="Surya Chinta" userId="41ee6f01-053e-4268-a09b-364f54be2fbe" providerId="ADAL" clId="{E5143D04-8900-4457-BE49-945FECC57414}" dt="2026-10-13T11:27:13.592" v="281"/>
        <pc:sldMkLst>
          <pc:docMk/>
          <pc:sldMk cId="2660977724" sldId="347"/>
        </pc:sldMkLst>
      </pc:sldChg>
      <pc:sldChg chg="add ord">
        <pc:chgData name="Surya Chinta" userId="41ee6f01-053e-4268-a09b-364f54be2fbe" providerId="ADAL" clId="{E5143D04-8900-4457-BE49-945FECC57414}" dt="2026-10-13T11:55:14.336" v="291"/>
        <pc:sldMkLst>
          <pc:docMk/>
          <pc:sldMk cId="2127672974" sldId="348"/>
        </pc:sldMkLst>
      </pc:sldChg>
      <pc:sldChg chg="add ord">
        <pc:chgData name="Surya Chinta" userId="41ee6f01-053e-4268-a09b-364f54be2fbe" providerId="ADAL" clId="{E5143D04-8900-4457-BE49-945FECC57414}" dt="2026-10-13T11:55:14.336" v="291"/>
        <pc:sldMkLst>
          <pc:docMk/>
          <pc:sldMk cId="1731863554" sldId="349"/>
        </pc:sldMkLst>
      </pc:sldChg>
      <pc:sldChg chg="add ord">
        <pc:chgData name="Surya Chinta" userId="41ee6f01-053e-4268-a09b-364f54be2fbe" providerId="ADAL" clId="{E5143D04-8900-4457-BE49-945FECC57414}" dt="2026-10-13T11:55:14.336" v="291"/>
        <pc:sldMkLst>
          <pc:docMk/>
          <pc:sldMk cId="1526011613" sldId="350"/>
        </pc:sldMkLst>
      </pc:sldChg>
      <pc:sldChg chg="add ord">
        <pc:chgData name="Surya Chinta" userId="41ee6f01-053e-4268-a09b-364f54be2fbe" providerId="ADAL" clId="{E5143D04-8900-4457-BE49-945FECC57414}" dt="2026-10-13T11:55:14.336" v="291"/>
        <pc:sldMkLst>
          <pc:docMk/>
          <pc:sldMk cId="2543986423" sldId="351"/>
        </pc:sldMkLst>
      </pc:sldChg>
      <pc:sldChg chg="add">
        <pc:chgData name="Surya Chinta" userId="41ee6f01-053e-4268-a09b-364f54be2fbe" providerId="ADAL" clId="{E5143D04-8900-4457-BE49-945FECC57414}" dt="2026-10-13T12:06:15.251" v="294"/>
        <pc:sldMkLst>
          <pc:docMk/>
          <pc:sldMk cId="279582318" sldId="352"/>
        </pc:sldMkLst>
      </pc:sldChg>
      <pc:sldChg chg="add del setBg">
        <pc:chgData name="Surya Chinta" userId="41ee6f01-053e-4268-a09b-364f54be2fbe" providerId="ADAL" clId="{E5143D04-8900-4457-BE49-945FECC57414}" dt="2026-10-13T12:06:11.921" v="293"/>
        <pc:sldMkLst>
          <pc:docMk/>
          <pc:sldMk cId="967238637" sldId="352"/>
        </pc:sldMkLst>
      </pc:sldChg>
      <pc:sldChg chg="add">
        <pc:chgData name="Surya Chinta" userId="41ee6f01-053e-4268-a09b-364f54be2fbe" providerId="ADAL" clId="{E5143D04-8900-4457-BE49-945FECC57414}" dt="2026-10-13T12:22:23.052" v="296"/>
        <pc:sldMkLst>
          <pc:docMk/>
          <pc:sldMk cId="815528859" sldId="353"/>
        </pc:sldMkLst>
      </pc:sldChg>
      <pc:sldChg chg="add">
        <pc:chgData name="Surya Chinta" userId="41ee6f01-053e-4268-a09b-364f54be2fbe" providerId="ADAL" clId="{E5143D04-8900-4457-BE49-945FECC57414}" dt="2026-10-14T07:13:00.409" v="303"/>
        <pc:sldMkLst>
          <pc:docMk/>
          <pc:sldMk cId="476873487" sldId="354"/>
        </pc:sldMkLst>
      </pc:sldChg>
      <pc:sldChg chg="add del setBg">
        <pc:chgData name="Surya Chinta" userId="41ee6f01-053e-4268-a09b-364f54be2fbe" providerId="ADAL" clId="{E5143D04-8900-4457-BE49-945FECC57414}" dt="2026-10-14T07:12:57.371" v="302"/>
        <pc:sldMkLst>
          <pc:docMk/>
          <pc:sldMk cId="3194574060" sldId="354"/>
        </pc:sldMkLst>
      </pc:sldChg>
      <pc:sldChg chg="add">
        <pc:chgData name="Surya Chinta" userId="41ee6f01-053e-4268-a09b-364f54be2fbe" providerId="ADAL" clId="{E5143D04-8900-4457-BE49-945FECC57414}" dt="2026-10-14T07:17:09.485" v="319"/>
        <pc:sldMkLst>
          <pc:docMk/>
          <pc:sldMk cId="2560747931" sldId="355"/>
        </pc:sldMkLst>
      </pc:sldChg>
    </pc:docChg>
  </pc:docChgLst>
  <pc:docChgLst>
    <pc:chgData name="Sandeep Kandiraju" userId="73c9edc8-56ca-4b73-b526-6c8c5936bb95" providerId="ADAL" clId="{72C2FB20-06DE-4857-9800-006CD8C248A1}"/>
    <pc:docChg chg="custSel modSld">
      <pc:chgData name="Sandeep Kandiraju" userId="73c9edc8-56ca-4b73-b526-6c8c5936bb95" providerId="ADAL" clId="{72C2FB20-06DE-4857-9800-006CD8C248A1}" dt="2026-10-13T08:50:07.235" v="0" actId="33524"/>
      <pc:docMkLst>
        <pc:docMk/>
      </pc:docMkLst>
      <pc:sldChg chg="modSp mod">
        <pc:chgData name="Sandeep Kandiraju" userId="73c9edc8-56ca-4b73-b526-6c8c5936bb95" providerId="ADAL" clId="{72C2FB20-06DE-4857-9800-006CD8C248A1}" dt="2026-10-13T08:50:07.235" v="0" actId="33524"/>
        <pc:sldMkLst>
          <pc:docMk/>
          <pc:sldMk cId="0" sldId="324"/>
        </pc:sldMkLst>
        <pc:spChg chg="mod">
          <ac:chgData name="Sandeep Kandiraju" userId="73c9edc8-56ca-4b73-b526-6c8c5936bb95" providerId="ADAL" clId="{72C2FB20-06DE-4857-9800-006CD8C248A1}" dt="2026-10-13T08:50:07.235" v="0" actId="33524"/>
          <ac:spMkLst>
            <pc:docMk/>
            <pc:sldMk cId="0" sldId="324"/>
            <ac:spMk id="105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5083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Executive summary of the Ascension Agentic Factory, read before the full deck.</a:t>
            </a:r>
          </a:p>
          <a:p>
            <a:r>
              <a:t>One factory, three jobs: Health Cloud delivery from Codex, Marketing Cloud campaigns on governed Google Cloud data, and the Sierra voice agent on governed knowledge. Five slides: what it is, what changes for Ascension, how it works, why it is safe, and the next step.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SLIDE: The Agentic Factory on one page   (about 2 minutes)</a:t>
            </a:r>
          </a:p>
          <a:p/>
          <a:p>
            <a:r>
              <a:t>KEY MESSAGE</a:t>
            </a:r>
          </a:p>
          <a:p>
            <a:r>
              <a:t>One factory does three jobs for Ascension, on one platform: it delivers Health Cloud changes from a Jira story, it plans and builds Marketing Cloud campaigns on governed Google Cloud data, and it keeps the Sierra voice agent's answers accurate and its patient actions safe.</a:t>
            </a:r>
          </a:p>
          <a:p/>
          <a:p>
            <a:r>
              <a:t>WALK IT</a:t>
            </a:r>
          </a:p>
          <a:p>
            <a:r>
              <a:t>- Delivery: seven delivery agents take a Jira story from requirements to a tested release, the same agents on every pod.</a:t>
            </a:r>
          </a:p>
          <a:p>
            <a:r>
              <a:t>- Campaigns: seven campaign agents plan, design and test on masked data; deterministic services, not agents, release the right patients.</a:t>
            </a:r>
          </a:p>
          <a:p>
            <a:r>
              <a:t>- Sierra voice agent: answers from approved articles; books, cancels and reschedules through scoped APIs after the caller is verified.</a:t>
            </a:r>
          </a:p>
          <a:p>
            <a:r>
              <a:t>- All three share one knowledge graph, one governance layer, one set of evals and approvals, and one change passport.</a:t>
            </a:r>
          </a:p>
          <a:p>
            <a:r>
              <a:t>- It runs on what Ascension already owns: Codex, Salesforce, Google Cloud, Collibra, Copado.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SLIDE: What changes for Ascension   (about 2 minutes)</a:t>
            </a:r>
          </a:p>
          <a:p/>
          <a:p>
            <a:r>
              <a:t>KEY MESSAGE</a:t>
            </a:r>
          </a:p>
          <a:p>
            <a:r>
              <a:t>Faster delivery, faster campaigns and leaner squads, with people still approving every change.</a:t>
            </a:r>
          </a:p>
          <a:p/>
          <a:p>
            <a:r>
              <a:t>THE NUMBERS</a:t>
            </a:r>
          </a:p>
          <a:p>
            <a:r>
              <a:t>- A Health Cloud change: about 2 weeks today, from Jira story to UAT sign-off; about 2 days on the factory, story to production. Agent-assisted delivery at Ascension has already measured 1-2 weeks down to 2-4 days.</a:t>
            </a:r>
          </a:p>
          <a:p>
            <a:r>
              <a:t>- A Marketing Cloud campaign: about 90 days today; about 10-12 days, because the data is governed and ready once instead of prepared for every campaign. Legal review becomes the pace setter.</a:t>
            </a:r>
          </a:p>
          <a:p>
            <a:r>
              <a:t>- A squad of 5-7 people becomes about 2.4: a PM / tech lead, a dev / QA directing the agents, and a PM / TL shared across squads.</a:t>
            </a:r>
          </a:p>
          <a:p>
            <a:r>
              <a:t>- About $19.9M saved over three years across the pods, about 50% lower at full run rate.</a:t>
            </a:r>
          </a:p>
          <a:p/>
          <a:p>
            <a:r>
              <a:t>BE HONEST</a:t>
            </a:r>
          </a:p>
          <a:p>
            <a:r>
              <a:t>The factory figures are pilot targets and planning estimates, confirmed against each pod's Phase 0 baseline.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SLIDE: How it works   (about 2 minutes)</a:t>
            </a:r>
          </a:p>
          <a:p/>
          <a:p>
            <a:r>
              <a:t>KEY MESSAGE</a:t>
            </a:r>
          </a:p>
          <a:p>
            <a:r>
              <a:t>Four steps, the same for every job: the data is governed first, agents plan, build and test on masked data, people approve, and only then does anything reach production or a patient.</a:t>
            </a:r>
          </a:p>
          <a:p/>
          <a:p>
            <a:r>
              <a:t>WALK IT</a:t>
            </a:r>
          </a:p>
          <a:p>
            <a:r>
              <a:t>1 Govern the data: in Google Cloud, Bronze, Silver and Gold layers; DLP classifies, a Collibra steward approves, policy tags mask PHI. Agents get aggregates and masked views only.</a:t>
            </a:r>
          </a:p>
          <a:p>
            <a:r>
              <a:t>2 Agents plan, build and test: seven delivery agents and seven campaign agents, with cited context from the knowledge graph. Every step is scored by evals; a failure goes back to the step that caused it, at most five times, then a named owner.</a:t>
            </a:r>
          </a:p>
          <a:p>
            <a:r>
              <a:t>3 People approve: product owner, architect, tech lead and business for delivery (H1-H4, then CAB); marketer, clinical and compliance for campaigns (G1-G3).</a:t>
            </a:r>
          </a:p>
          <a:p>
            <a:r>
              <a:t>4 Release safely: delivery through Copado by the owning team, with no agent credential in production; campaign patients only through the activation gateway, with consent re-checked at send.</a:t>
            </a:r>
          </a:p>
          <a:p>
            <a:r>
              <a:t>Underneath: the Change Guardian checks every change against who owns and uses it, and the change passport records every step.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SLIDE: Safe by design   (about 2 minutes)</a:t>
            </a:r>
          </a:p>
          <a:p/>
          <a:p>
            <a:r>
              <a:t>KEY MESSAGE</a:t>
            </a:r>
          </a:p>
          <a:p>
            <a:r>
              <a:t>Safety is built into the platform, not added at the end. Six guarantees hold for every pod and every job.</a:t>
            </a:r>
          </a:p>
          <a:p/>
          <a:p>
            <a:r>
              <a:t>WALK IT</a:t>
            </a:r>
          </a:p>
          <a:p>
            <a:r>
              <a:t>- Agents never see raw PHI: aggregates and masked views only; patient data leaves only through the activation gateway.</a:t>
            </a:r>
          </a:p>
          <a:p>
            <a:r>
              <a:t>- No production credentials: three identities (read, develop, release); the owning team deploys.</a:t>
            </a:r>
          </a:p>
          <a:p>
            <a:r>
              <a:t>- People decide: every gate is a named person; agents recommend, people approve.</a:t>
            </a:r>
          </a:p>
          <a:p>
            <a:r>
              <a:t>- The right patient only: eligibility, consent and suppression are checked by deterministic services, and consent is re-checked at send.</a:t>
            </a:r>
          </a:p>
          <a:p>
            <a:r>
              <a:t>- No pod breaks another: the Change Guardian checks every change against who owns and uses it.</a:t>
            </a:r>
          </a:p>
          <a:p>
            <a:r>
              <a:t>- Every step recorded: the change passport and evals make every change auditable.</a:t>
            </a:r>
          </a:p>
          <a:p>
            <a:r>
              <a:t>And on HIPAA: masking alone is not compliance. Classification and steward approval stay, and de-identification, permitted use, tenant isolation and the full HIPAA controls are designed in, not assumed.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SLIDE: Recommended next step: a measured pilot   (about 2 minutes)</a:t>
            </a:r>
          </a:p>
          <a:p/>
          <a:p>
            <a:r>
              <a:t>KEY MESSAGE</a:t>
            </a:r>
          </a:p>
          <a:p>
            <a:r>
              <a:t>Start with one Health Cloud pod and one campaign, measure against today's baseline, then add pods one at a time.</a:t>
            </a:r>
          </a:p>
          <a:p/>
          <a:p>
            <a:r>
              <a:t>THE PILOT</a:t>
            </a:r>
          </a:p>
          <a:p>
            <a:r>
              <a:t>- Health Cloud: Network Services pod stories, Jira to production, measured against today's ~2 weeks.</a:t>
            </a:r>
          </a:p>
          <a:p>
            <a:r>
              <a:t>- Campaigns: the CHF post-discharge nudge, measured against today's ~90 days, built and tested on synthetic data before any real patient.</a:t>
            </a:r>
          </a:p>
          <a:p>
            <a:r>
              <a:t>- The Sierra voice agent follows on the same governance and knowledge base.</a:t>
            </a:r>
          </a:p>
          <a:p/>
          <a:p>
            <a:r>
              <a:t>WHAT WE MEASURE</a:t>
            </a:r>
          </a:p>
          <a:p>
            <a:r>
              <a:t>Cycle time per story and per campaign, first-pass approval at each gate, defects after release, eval scores per agent, and zero unauthorized access to patient data.</a:t>
            </a:r>
          </a:p>
          <a:p/>
          <a:p>
            <a:r>
              <a:t>WHAT WE NEED FROM ASCENSION</a:t>
            </a:r>
          </a:p>
          <a:p>
            <a:r>
              <a:t>Named pilot owners, access to the governed data with a Collibra steward, Codex usage limits, and agreed success criteria. Then the full deck walks through each part in detail.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IG Footer Mark" descr="Insight Global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2920" y="6428232"/>
            <a:ext cx="496062" cy="103601"/>
          </a:xfrm>
          <a:prstGeom prst="rect">
            <a:avLst/>
          </a:prstGeom>
        </p:spPr>
      </p:pic>
      <p:sp>
        <p:nvSpPr>
          <p:cNvPr id="901" name="IG Footer Page Number"/>
          <p:cNvSpPr txBox="1"/>
          <p:nvPr userDrawn="1"/>
        </p:nvSpPr>
        <p:spPr>
          <a:xfrm>
            <a:off x="11228832" y="6428232"/>
            <a:ext cx="475488" cy="10360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5C1D3A57-8D5C-4E4B-9A43-7B1E2F0A9C11}" type="slidenum">
              <a:rPr lang="en-US" sz="800">
                <a:solidFill>
                  <a:srgbClr val="000000"/>
                </a:solidFill>
                <a:latin typeface="Trenda IG Text"/>
              </a:rPr>
              <a:t>‹#›</a:t>
            </a:fld>
            <a:endParaRPr lang="en-US" sz="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lor Title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black background with green and red light&#10;&#10;AI-generated content may be incorrect.">
            <a:extLst>
              <a:ext uri="{FF2B5EF4-FFF2-40B4-BE49-F238E27FC236}">
                <a16:creationId xmlns:a16="http://schemas.microsoft.com/office/drawing/2014/main" id="{FA43BFA5-6845-2522-F411-9ACA730EF2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74FCF5-3999-08E6-D3A6-80B33E570B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56543"/>
            <a:ext cx="9144000" cy="194491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600" b="0" i="0" spc="300" baseline="0">
                <a:solidFill>
                  <a:schemeClr val="bg1"/>
                </a:solidFill>
                <a:latin typeface="Trenda IG Text Light" pitchFamily="2" charset="77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64EA0AE4-7153-AFD1-6C6D-3F14EFEBB2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6587" y="6170595"/>
            <a:ext cx="3298825" cy="250825"/>
          </a:xfrm>
        </p:spPr>
        <p:txBody>
          <a:bodyPr/>
          <a:lstStyle>
            <a:lvl1pPr algn="ctr">
              <a:lnSpc>
                <a:spcPct val="100000"/>
              </a:lnSpc>
              <a:buNone/>
              <a:defRPr kumimoji="0" lang="en-US" sz="1200" b="1" i="0" u="none" strike="noStrike" kern="0" cap="all" spc="30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nda IG Text Semibold" pitchFamily="2" charset="77"/>
                <a:ea typeface="Trenda IG Text Semibold" pitchFamily="2" charset="77"/>
                <a:cs typeface="Trenda IG Text Semibold" pitchFamily="2" charset="77"/>
                <a:sym typeface="Trenda IG Display Bold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ctr" defTabSz="4127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00.00.00</a:t>
            </a:r>
          </a:p>
        </p:txBody>
      </p:sp>
      <p:pic>
        <p:nvPicPr>
          <p:cNvPr id="3" name="object 5">
            <a:extLst>
              <a:ext uri="{FF2B5EF4-FFF2-40B4-BE49-F238E27FC236}">
                <a16:creationId xmlns:a16="http://schemas.microsoft.com/office/drawing/2014/main" id="{961F5476-B85D-C3D6-D32E-C43548C30FB4}"/>
              </a:ext>
            </a:extLst>
          </p:cNvPr>
          <p:cNvPicPr/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8525"/>
          <a:stretch>
            <a:fillRect/>
          </a:stretch>
        </p:blipFill>
        <p:spPr>
          <a:xfrm>
            <a:off x="5087102" y="624974"/>
            <a:ext cx="2017796" cy="59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94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er_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colorfulness, sphere, circle&#10;&#10;Description automatically generated">
            <a:extLst>
              <a:ext uri="{FF2B5EF4-FFF2-40B4-BE49-F238E27FC236}">
                <a16:creationId xmlns:a16="http://schemas.microsoft.com/office/drawing/2014/main" id="{3F2261EA-3E40-78E8-6DB9-2CF8330EA7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687" t="15629" r="10376" b="16259"/>
          <a:stretch/>
        </p:blipFill>
        <p:spPr>
          <a:xfrm>
            <a:off x="1893905" y="837211"/>
            <a:ext cx="8404189" cy="474023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6A57205-F056-11EF-D0BE-E6A9D06890F5}"/>
              </a:ext>
            </a:extLst>
          </p:cNvPr>
          <p:cNvSpPr txBox="1">
            <a:spLocks/>
          </p:cNvSpPr>
          <p:nvPr userDrawn="1"/>
        </p:nvSpPr>
        <p:spPr>
          <a:xfrm>
            <a:off x="1524000" y="2234869"/>
            <a:ext cx="9144000" cy="194491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 spc="300" baseline="0">
                <a:solidFill>
                  <a:schemeClr val="bg1"/>
                </a:solidFill>
                <a:latin typeface="Trenda IG Text Light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B82254D8-1D0C-539A-8106-CE7E82B8B278}"/>
              </a:ext>
            </a:extLst>
          </p:cNvPr>
          <p:cNvPicPr/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8525"/>
          <a:stretch>
            <a:fillRect/>
          </a:stretch>
        </p:blipFill>
        <p:spPr>
          <a:xfrm>
            <a:off x="5454391" y="6082846"/>
            <a:ext cx="1283218" cy="377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798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IG Footer Mark" descr="Insight Global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2920" y="6428232"/>
            <a:ext cx="496062" cy="103601"/>
          </a:xfrm>
          <a:prstGeom prst="rect">
            <a:avLst/>
          </a:prstGeom>
        </p:spPr>
      </p:pic>
      <p:sp>
        <p:nvSpPr>
          <p:cNvPr id="901" name="IG Footer Page Number"/>
          <p:cNvSpPr txBox="1"/>
          <p:nvPr userDrawn="1"/>
        </p:nvSpPr>
        <p:spPr>
          <a:xfrm>
            <a:off x="11228832" y="6428232"/>
            <a:ext cx="475488" cy="10360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5C1D3A57-8D5C-4E4B-9A43-7B1E2F0A9C11}" type="slidenum">
              <a:rPr lang="en-US" sz="800">
                <a:solidFill>
                  <a:srgbClr val="FFFFFF"/>
                </a:solidFill>
                <a:latin typeface="Trenda IG Text"/>
              </a:rPr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908013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67659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6263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1"/>
          <p:cNvSpPr/>
          <p:nvPr/>
        </p:nvSpPr>
        <p:spPr>
          <a:xfrm>
            <a:off x="822960" y="1965960"/>
            <a:ext cx="1645920" cy="73152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50000">
                <a:srgbClr val="FF0069"/>
              </a:gs>
              <a:gs pos="100000">
                <a:srgbClr val="00D6F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 2"/>
          <p:cNvSpPr txBox="1"/>
          <p:nvPr/>
        </p:nvSpPr>
        <p:spPr>
          <a:xfrm>
            <a:off x="822960" y="2194560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 spc="300">
                <a:solidFill>
                  <a:srgbClr val="0089A0"/>
                </a:solidFill>
                <a:latin typeface="Trenda IG Text"/>
              </a:rPr>
              <a:t>EXECUTIVE SUMMARY</a:t>
            </a:r>
          </a:p>
        </p:txBody>
      </p:sp>
      <p:sp>
        <p:nvSpPr>
          <p:cNvPr id="4" name="Text 3"/>
          <p:cNvSpPr txBox="1"/>
          <p:nvPr/>
        </p:nvSpPr>
        <p:spPr>
          <a:xfrm>
            <a:off x="822960" y="26060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4000" b="1" i="0">
                <a:solidFill>
                  <a:srgbClr val="1A1A1A"/>
                </a:solidFill>
                <a:latin typeface="Trenda IG Text"/>
              </a:rPr>
              <a:t>Ascension Agentic Factory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822960" y="4069080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 i="0">
                <a:solidFill>
                  <a:srgbClr val="555555"/>
                </a:solidFill>
                <a:latin typeface="Trenda IG Text"/>
              </a:rPr>
              <a:t>Faster delivery, governed campaigns and a safer voice agent, on the platforms Ascension already runs.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i="0" spc="300">
                <a:solidFill>
                  <a:srgbClr val="0089A0"/>
                </a:solidFill>
                <a:latin typeface="Trenda IG Text"/>
              </a:rPr>
              <a:t>ASCENSION AGENTIC FACTORY · EXECUTIVE SUMMARY</a:t>
            </a:r>
          </a:p>
        </p:txBody>
      </p:sp>
      <p:sp>
        <p:nvSpPr>
          <p:cNvPr id="3" name="Text 2"/>
          <p:cNvSpPr txBox="1"/>
          <p:nvPr/>
        </p:nvSpPr>
        <p:spPr>
          <a:xfrm>
            <a:off x="411480" y="384048"/>
            <a:ext cx="1136599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200" b="1" i="0">
                <a:solidFill>
                  <a:srgbClr val="1A1A1A"/>
                </a:solidFill>
                <a:latin typeface="Trenda IG Text"/>
              </a:rPr>
              <a:t>The Agentic Factory: one platform, three jobs</a:t>
            </a:r>
          </a:p>
        </p:txBody>
      </p:sp>
      <p:sp>
        <p:nvSpPr>
          <p:cNvPr id="4" name="Text 3"/>
          <p:cNvSpPr txBox="1"/>
          <p:nvPr/>
        </p:nvSpPr>
        <p:spPr>
          <a:xfrm>
            <a:off x="411480" y="804672"/>
            <a:ext cx="113659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4D4D4D"/>
                </a:solidFill>
                <a:latin typeface="Trenda IG Text"/>
              </a:rPr>
              <a:t>Agents do the work, people approve every step, and patient data stays governed, on the platforms Ascension already runs.</a:t>
            </a:r>
          </a:p>
        </p:txBody>
      </p:sp>
      <p:sp>
        <p:nvSpPr>
          <p:cNvPr id="5" name="Shape 4"/>
          <p:cNvSpPr/>
          <p:nvPr/>
        </p:nvSpPr>
        <p:spPr>
          <a:xfrm>
            <a:off x="411480" y="1280160"/>
            <a:ext cx="3666744" cy="2468880"/>
          </a:xfrm>
          <a:prstGeom prst="roundRect">
            <a:avLst>
              <a:gd name="adj" fmla="val 4000"/>
            </a:avLst>
          </a:prstGeom>
          <a:solidFill>
            <a:srgbClr val="E0FAFE"/>
          </a:solidFill>
          <a:ln w="12700">
            <a:solidFill>
              <a:srgbClr val="00B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openai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44751"/>
            <a:ext cx="274320" cy="274320"/>
          </a:xfrm>
          <a:prstGeom prst="rect">
            <a:avLst/>
          </a:prstGeom>
        </p:spPr>
      </p:pic>
      <p:sp>
        <p:nvSpPr>
          <p:cNvPr id="7" name="Text 5"/>
          <p:cNvSpPr txBox="1"/>
          <p:nvPr/>
        </p:nvSpPr>
        <p:spPr>
          <a:xfrm>
            <a:off x="978408" y="1408176"/>
            <a:ext cx="296265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1A1A1A"/>
                </a:solidFill>
                <a:latin typeface="Trenda IG Text"/>
              </a:rPr>
              <a:t>Health Cloud delivery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594360" y="1920239"/>
            <a:ext cx="33009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4D4D4D"/>
                </a:solidFill>
                <a:latin typeface="Trenda IG Text"/>
              </a:rPr>
              <a:t>Seven delivery agents take a Jira story to a tested, approved release.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4D4D4D"/>
                </a:solidFill>
                <a:latin typeface="Trenda IG Text"/>
              </a:rPr>
              <a:t>The same agents on every pod; each pod adds its own skills.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4D4D4D"/>
                </a:solidFill>
                <a:latin typeface="Trenda IG Text"/>
              </a:rPr>
              <a:t>About 2 weeks to about 2 days per change.</a:t>
            </a:r>
          </a:p>
        </p:txBody>
      </p:sp>
      <p:sp>
        <p:nvSpPr>
          <p:cNvPr id="9" name="Shape 7"/>
          <p:cNvSpPr/>
          <p:nvPr/>
        </p:nvSpPr>
        <p:spPr>
          <a:xfrm>
            <a:off x="4261104" y="1280160"/>
            <a:ext cx="3666744" cy="2468880"/>
          </a:xfrm>
          <a:prstGeom prst="roundRect">
            <a:avLst>
              <a:gd name="adj" fmla="val 4000"/>
            </a:avLst>
          </a:prstGeom>
          <a:solidFill>
            <a:srgbClr val="FFE6F0"/>
          </a:solidFill>
          <a:ln w="12700">
            <a:solidFill>
              <a:srgbClr val="FF00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salesfor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1444751"/>
            <a:ext cx="274320" cy="274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828032" y="1408176"/>
            <a:ext cx="296265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1A1A1A"/>
                </a:solidFill>
                <a:latin typeface="Trenda IG Text"/>
              </a:rPr>
              <a:t>Marketing Cloud campaigns</a:t>
            </a:r>
          </a:p>
        </p:txBody>
      </p:sp>
      <p:sp>
        <p:nvSpPr>
          <p:cNvPr id="12" name="Text 9"/>
          <p:cNvSpPr txBox="1"/>
          <p:nvPr/>
        </p:nvSpPr>
        <p:spPr>
          <a:xfrm>
            <a:off x="4443984" y="1920239"/>
            <a:ext cx="33009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4D4D4D"/>
                </a:solidFill>
                <a:latin typeface="Trenda IG Text"/>
              </a:rPr>
              <a:t>Seven campaign agents plan, design and test on masked, governed data.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4D4D4D"/>
                </a:solidFill>
                <a:latin typeface="Trenda IG Text"/>
              </a:rPr>
              <a:t>Data is ready once, not rebuilt for every campaign.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4D4D4D"/>
                </a:solidFill>
                <a:latin typeface="Trenda IG Text"/>
              </a:rPr>
              <a:t>About 90 days to about 10-12 days per campaign.</a:t>
            </a:r>
          </a:p>
        </p:txBody>
      </p:sp>
      <p:sp>
        <p:nvSpPr>
          <p:cNvPr id="13" name="Shape 10"/>
          <p:cNvSpPr/>
          <p:nvPr/>
        </p:nvSpPr>
        <p:spPr>
          <a:xfrm>
            <a:off x="8110727" y="1280160"/>
            <a:ext cx="3666744" cy="2468880"/>
          </a:xfrm>
          <a:prstGeom prst="roundRect">
            <a:avLst>
              <a:gd name="adj" fmla="val 4000"/>
            </a:avLst>
          </a:prstGeom>
          <a:solidFill>
            <a:srgbClr val="FFF7CC"/>
          </a:solidFill>
          <a:ln w="12700">
            <a:solidFill>
              <a:srgbClr val="C9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 11"/>
          <p:cNvSpPr txBox="1"/>
          <p:nvPr/>
        </p:nvSpPr>
        <p:spPr>
          <a:xfrm>
            <a:off x="8293607" y="1408176"/>
            <a:ext cx="33467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1A1A1A"/>
                </a:solidFill>
                <a:latin typeface="Trenda IG Text"/>
              </a:rPr>
              <a:t>Sierra voice agent</a:t>
            </a:r>
          </a:p>
        </p:txBody>
      </p:sp>
      <p:sp>
        <p:nvSpPr>
          <p:cNvPr id="15" name="Text 12"/>
          <p:cNvSpPr txBox="1"/>
          <p:nvPr/>
        </p:nvSpPr>
        <p:spPr>
          <a:xfrm>
            <a:off x="8293607" y="1920239"/>
            <a:ext cx="33009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4D4D4D"/>
                </a:solidFill>
                <a:latin typeface="Trenda IG Text"/>
              </a:rPr>
              <a:t>Answers patients from approved, owned, PHI-scanned articles.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4D4D4D"/>
                </a:solidFill>
                <a:latin typeface="Trenda IG Text"/>
              </a:rPr>
              <a:t>Books, cancels and reschedules through scoped APIs, after the caller is verified.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4D4D4D"/>
                </a:solidFill>
                <a:latin typeface="Trenda IG Text"/>
              </a:rPr>
              <a:t>Hands off to a person when it should not decide.</a:t>
            </a:r>
          </a:p>
        </p:txBody>
      </p:sp>
      <p:sp>
        <p:nvSpPr>
          <p:cNvPr id="16" name="Shape 13"/>
          <p:cNvSpPr/>
          <p:nvPr/>
        </p:nvSpPr>
        <p:spPr>
          <a:xfrm>
            <a:off x="411480" y="3977639"/>
            <a:ext cx="11365992" cy="868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hape 14"/>
          <p:cNvSpPr/>
          <p:nvPr/>
        </p:nvSpPr>
        <p:spPr>
          <a:xfrm>
            <a:off x="411480" y="3977639"/>
            <a:ext cx="54864" cy="868680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50000">
                <a:srgbClr val="FF0069"/>
              </a:gs>
              <a:gs pos="100000">
                <a:srgbClr val="00D6F2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 15"/>
          <p:cNvSpPr txBox="1"/>
          <p:nvPr/>
        </p:nvSpPr>
        <p:spPr>
          <a:xfrm>
            <a:off x="640080" y="3977639"/>
            <a:ext cx="2011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800" b="1" i="0" spc="120">
                <a:solidFill>
                  <a:srgbClr val="0089A0"/>
                </a:solidFill>
                <a:latin typeface="Trenda IG Text"/>
              </a:rPr>
              <a:t>SHARED BY ALL THREE</a:t>
            </a:r>
          </a:p>
          <a:p>
            <a:pPr>
              <a:spcAft>
                <a:spcPts val="200"/>
              </a:spcAft>
            </a:pPr>
            <a:r>
              <a:rPr sz="800" b="0" i="0">
                <a:solidFill>
                  <a:srgbClr val="6B6B6B"/>
                </a:solidFill>
                <a:latin typeface="Trenda IG Text"/>
              </a:rPr>
              <a:t>built once, used by every pod</a:t>
            </a:r>
          </a:p>
        </p:txBody>
      </p:sp>
      <p:sp>
        <p:nvSpPr>
          <p:cNvPr id="19" name="Text 16"/>
          <p:cNvSpPr txBox="1"/>
          <p:nvPr/>
        </p:nvSpPr>
        <p:spPr>
          <a:xfrm>
            <a:off x="2743200" y="3977639"/>
            <a:ext cx="171541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1A1A1A"/>
                </a:solidFill>
                <a:latin typeface="Trenda IG Text"/>
              </a:rPr>
              <a:t>Knowledge graph</a:t>
            </a:r>
          </a:p>
          <a:p>
            <a:pPr>
              <a:spcAft>
                <a:spcPts val="200"/>
              </a:spcAft>
            </a:pPr>
            <a:r>
              <a:rPr sz="800" b="0" i="0">
                <a:solidFill>
                  <a:srgbClr val="4D4D4D"/>
                </a:solidFill>
                <a:latin typeface="Trenda IG Text"/>
              </a:rPr>
              <a:t>every fact cited</a:t>
            </a:r>
          </a:p>
        </p:txBody>
      </p:sp>
      <p:sp>
        <p:nvSpPr>
          <p:cNvPr id="20" name="Text 17"/>
          <p:cNvSpPr txBox="1"/>
          <p:nvPr/>
        </p:nvSpPr>
        <p:spPr>
          <a:xfrm>
            <a:off x="4550054" y="3977639"/>
            <a:ext cx="171541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1A1A1A"/>
                </a:solidFill>
                <a:latin typeface="Trenda IG Text"/>
              </a:rPr>
              <a:t>Governance</a:t>
            </a:r>
          </a:p>
          <a:p>
            <a:pPr>
              <a:spcAft>
                <a:spcPts val="200"/>
              </a:spcAft>
            </a:pPr>
            <a:r>
              <a:rPr sz="800" b="0" i="0">
                <a:solidFill>
                  <a:srgbClr val="4D4D4D"/>
                </a:solidFill>
                <a:latin typeface="Trenda IG Text"/>
              </a:rPr>
              <a:t>masking, policy, guardrails</a:t>
            </a:r>
          </a:p>
        </p:txBody>
      </p:sp>
      <p:sp>
        <p:nvSpPr>
          <p:cNvPr id="21" name="Text 18"/>
          <p:cNvSpPr txBox="1"/>
          <p:nvPr/>
        </p:nvSpPr>
        <p:spPr>
          <a:xfrm>
            <a:off x="6356908" y="3977639"/>
            <a:ext cx="171541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1A1A1A"/>
                </a:solidFill>
                <a:latin typeface="Trenda IG Text"/>
              </a:rPr>
              <a:t>Evals</a:t>
            </a:r>
          </a:p>
          <a:p>
            <a:pPr>
              <a:spcAft>
                <a:spcPts val="200"/>
              </a:spcAft>
            </a:pPr>
            <a:r>
              <a:rPr sz="800" b="0" i="0">
                <a:solidFill>
                  <a:srgbClr val="4D4D4D"/>
                </a:solidFill>
                <a:latin typeface="Trenda IG Text"/>
              </a:rPr>
              <a:t>every step scored</a:t>
            </a:r>
          </a:p>
        </p:txBody>
      </p:sp>
      <p:sp>
        <p:nvSpPr>
          <p:cNvPr id="22" name="Text 19"/>
          <p:cNvSpPr txBox="1"/>
          <p:nvPr/>
        </p:nvSpPr>
        <p:spPr>
          <a:xfrm>
            <a:off x="8163763" y="3977639"/>
            <a:ext cx="171541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1A1A1A"/>
                </a:solidFill>
                <a:latin typeface="Trenda IG Text"/>
              </a:rPr>
              <a:t>Approvals</a:t>
            </a:r>
          </a:p>
          <a:p>
            <a:pPr>
              <a:spcAft>
                <a:spcPts val="200"/>
              </a:spcAft>
            </a:pPr>
            <a:r>
              <a:rPr sz="800" b="0" i="0">
                <a:solidFill>
                  <a:srgbClr val="4D4D4D"/>
                </a:solidFill>
                <a:latin typeface="Trenda IG Text"/>
              </a:rPr>
              <a:t>people decide at every gate</a:t>
            </a:r>
          </a:p>
        </p:txBody>
      </p:sp>
      <p:sp>
        <p:nvSpPr>
          <p:cNvPr id="23" name="Text 20"/>
          <p:cNvSpPr txBox="1"/>
          <p:nvPr/>
        </p:nvSpPr>
        <p:spPr>
          <a:xfrm>
            <a:off x="9970617" y="3977639"/>
            <a:ext cx="171541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1A1A1A"/>
                </a:solidFill>
                <a:latin typeface="Trenda IG Text"/>
              </a:rPr>
              <a:t>Change passport</a:t>
            </a:r>
          </a:p>
          <a:p>
            <a:pPr>
              <a:spcAft>
                <a:spcPts val="200"/>
              </a:spcAft>
            </a:pPr>
            <a:r>
              <a:rPr sz="800" b="0" i="0">
                <a:solidFill>
                  <a:srgbClr val="4D4D4D"/>
                </a:solidFill>
                <a:latin typeface="Trenda IG Text"/>
              </a:rPr>
              <a:t>every step recorded</a:t>
            </a:r>
          </a:p>
        </p:txBody>
      </p:sp>
      <p:sp>
        <p:nvSpPr>
          <p:cNvPr id="24" name="Text 21"/>
          <p:cNvSpPr txBox="1"/>
          <p:nvPr/>
        </p:nvSpPr>
        <p:spPr>
          <a:xfrm>
            <a:off x="411480" y="50292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i="0" spc="120">
                <a:solidFill>
                  <a:srgbClr val="4D4D4D"/>
                </a:solidFill>
                <a:latin typeface="Trenda IG Text"/>
              </a:rPr>
              <a:t>RUNS ON WHAT ASCENSION OWNS</a:t>
            </a:r>
          </a:p>
        </p:txBody>
      </p:sp>
      <p:pic>
        <p:nvPicPr>
          <p:cNvPr id="25" name="Picture 24" descr="openai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5102352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3035808" y="50292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Trenda IG Text"/>
              </a:rPr>
              <a:t>Codex</a:t>
            </a:r>
          </a:p>
        </p:txBody>
      </p:sp>
      <p:pic>
        <p:nvPicPr>
          <p:cNvPr id="27" name="Picture 26" descr="salesfor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772" y="5102352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4183380" y="50292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Trenda IG Text"/>
              </a:rPr>
              <a:t>Salesforce</a:t>
            </a:r>
          </a:p>
        </p:txBody>
      </p:sp>
      <p:pic>
        <p:nvPicPr>
          <p:cNvPr id="29" name="Picture 28" descr="google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6964" y="5102352"/>
            <a:ext cx="219456" cy="219456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5719572" y="50292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Trenda IG Text"/>
              </a:rPr>
              <a:t>Google Cloud</a:t>
            </a:r>
          </a:p>
        </p:txBody>
      </p:sp>
      <p:sp>
        <p:nvSpPr>
          <p:cNvPr id="31" name="Text 25"/>
          <p:cNvSpPr txBox="1"/>
          <p:nvPr/>
        </p:nvSpPr>
        <p:spPr>
          <a:xfrm>
            <a:off x="7118604" y="50292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Trenda IG Text"/>
              </a:rPr>
              <a:t>Collibra</a:t>
            </a:r>
          </a:p>
        </p:txBody>
      </p:sp>
      <p:sp>
        <p:nvSpPr>
          <p:cNvPr id="32" name="Text 26"/>
          <p:cNvSpPr txBox="1"/>
          <p:nvPr/>
        </p:nvSpPr>
        <p:spPr>
          <a:xfrm>
            <a:off x="8206740" y="50292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Trenda IG Text"/>
              </a:rPr>
              <a:t>Copado</a:t>
            </a:r>
          </a:p>
        </p:txBody>
      </p:sp>
      <p:pic>
        <p:nvPicPr>
          <p:cNvPr id="33" name="Picture 32" descr="ji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9428" y="5102352"/>
            <a:ext cx="219456" cy="219456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432036" y="50292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Trenda IG Text"/>
              </a:rPr>
              <a:t>Jira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i="0" spc="300">
                <a:solidFill>
                  <a:srgbClr val="0089A0"/>
                </a:solidFill>
                <a:latin typeface="Trenda IG Text"/>
              </a:rPr>
              <a:t>ASCENSION AGENTIC FACTORY · EXECUTIVE SUMMARY</a:t>
            </a:r>
          </a:p>
        </p:txBody>
      </p:sp>
      <p:sp>
        <p:nvSpPr>
          <p:cNvPr id="3" name="Text 2"/>
          <p:cNvSpPr txBox="1"/>
          <p:nvPr/>
        </p:nvSpPr>
        <p:spPr>
          <a:xfrm>
            <a:off x="411480" y="384048"/>
            <a:ext cx="1136599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200" b="1" i="0">
                <a:solidFill>
                  <a:srgbClr val="1A1A1A"/>
                </a:solidFill>
                <a:latin typeface="Trenda IG Text"/>
              </a:rPr>
              <a:t>What changes for Ascension</a:t>
            </a:r>
          </a:p>
        </p:txBody>
      </p:sp>
      <p:sp>
        <p:nvSpPr>
          <p:cNvPr id="4" name="Text 3"/>
          <p:cNvSpPr txBox="1"/>
          <p:nvPr/>
        </p:nvSpPr>
        <p:spPr>
          <a:xfrm>
            <a:off x="411480" y="804672"/>
            <a:ext cx="113659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4D4D4D"/>
                </a:solidFill>
                <a:latin typeface="Trenda IG Text"/>
              </a:rPr>
              <a:t>Faster delivery, faster campaigns and leaner squads, with people still approving every change.</a:t>
            </a:r>
          </a:p>
        </p:txBody>
      </p:sp>
      <p:sp>
        <p:nvSpPr>
          <p:cNvPr id="5" name="Shape 4"/>
          <p:cNvSpPr/>
          <p:nvPr/>
        </p:nvSpPr>
        <p:spPr>
          <a:xfrm>
            <a:off x="411480" y="1325880"/>
            <a:ext cx="2718054" cy="3246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hape 5"/>
          <p:cNvSpPr/>
          <p:nvPr/>
        </p:nvSpPr>
        <p:spPr>
          <a:xfrm>
            <a:off x="411480" y="1325880"/>
            <a:ext cx="2718054" cy="54864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50000">
                <a:srgbClr val="FF0069"/>
              </a:gs>
              <a:gs pos="100000">
                <a:srgbClr val="00D6F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 6"/>
          <p:cNvSpPr txBox="1"/>
          <p:nvPr/>
        </p:nvSpPr>
        <p:spPr>
          <a:xfrm>
            <a:off x="612648" y="1554480"/>
            <a:ext cx="235229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i="0" spc="120">
                <a:solidFill>
                  <a:srgbClr val="0089A0"/>
                </a:solidFill>
                <a:latin typeface="Trenda IG Text"/>
              </a:rPr>
              <a:t>HEALTH CLOUD CHANGE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612648" y="1965960"/>
            <a:ext cx="235229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50" b="1" i="0">
                <a:solidFill>
                  <a:srgbClr val="6B6B6B"/>
                </a:solidFill>
                <a:latin typeface="Trenda IG Text"/>
              </a:rPr>
              <a:t>TODAY  </a:t>
            </a:r>
            <a:r>
              <a:rPr sz="1800" b="0" i="0">
                <a:solidFill>
                  <a:srgbClr val="6B6B6B"/>
                </a:solidFill>
                <a:latin typeface="Trenda IG Text"/>
              </a:rPr>
              <a:t>~2 weeks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612648" y="2423160"/>
            <a:ext cx="235229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 i="0">
                <a:solidFill>
                  <a:srgbClr val="6B6B6B"/>
                </a:solidFill>
                <a:latin typeface="Trenda IG Text"/>
              </a:rPr>
              <a:t>↓</a:t>
            </a:r>
          </a:p>
        </p:txBody>
      </p:sp>
      <p:sp>
        <p:nvSpPr>
          <p:cNvPr id="10" name="Text 9"/>
          <p:cNvSpPr txBox="1"/>
          <p:nvPr/>
        </p:nvSpPr>
        <p:spPr>
          <a:xfrm>
            <a:off x="612648" y="2697480"/>
            <a:ext cx="235229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0" i="0">
                <a:solidFill>
                  <a:srgbClr val="0089A0"/>
                </a:solidFill>
                <a:latin typeface="Trenda IG Text"/>
              </a:rPr>
              <a:t>~2 days</a:t>
            </a:r>
          </a:p>
        </p:txBody>
      </p:sp>
      <p:sp>
        <p:nvSpPr>
          <p:cNvPr id="11" name="Text 10"/>
          <p:cNvSpPr txBox="1"/>
          <p:nvPr/>
        </p:nvSpPr>
        <p:spPr>
          <a:xfrm>
            <a:off x="612648" y="3474720"/>
            <a:ext cx="235229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 i="0">
                <a:solidFill>
                  <a:srgbClr val="4D4D4D"/>
                </a:solidFill>
                <a:latin typeface="Trenda IG Text"/>
              </a:rPr>
              <a:t>Jira story to production; 2-4 days already measured with agent assistance</a:t>
            </a:r>
          </a:p>
        </p:txBody>
      </p:sp>
      <p:sp>
        <p:nvSpPr>
          <p:cNvPr id="12" name="Shape 11"/>
          <p:cNvSpPr/>
          <p:nvPr/>
        </p:nvSpPr>
        <p:spPr>
          <a:xfrm>
            <a:off x="3294126" y="1325880"/>
            <a:ext cx="2718054" cy="3246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Shape 12"/>
          <p:cNvSpPr/>
          <p:nvPr/>
        </p:nvSpPr>
        <p:spPr>
          <a:xfrm>
            <a:off x="3294126" y="1325880"/>
            <a:ext cx="2718054" cy="54864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50000">
                <a:srgbClr val="FF0069"/>
              </a:gs>
              <a:gs pos="100000">
                <a:srgbClr val="00D6F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 13"/>
          <p:cNvSpPr txBox="1"/>
          <p:nvPr/>
        </p:nvSpPr>
        <p:spPr>
          <a:xfrm>
            <a:off x="3495294" y="1554480"/>
            <a:ext cx="235229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i="0" spc="120">
                <a:solidFill>
                  <a:srgbClr val="FF0069"/>
                </a:solidFill>
                <a:latin typeface="Trenda IG Text"/>
              </a:rPr>
              <a:t>CAMPAIGN LAUNCH</a:t>
            </a:r>
          </a:p>
        </p:txBody>
      </p:sp>
      <p:sp>
        <p:nvSpPr>
          <p:cNvPr id="15" name="Text 14"/>
          <p:cNvSpPr txBox="1"/>
          <p:nvPr/>
        </p:nvSpPr>
        <p:spPr>
          <a:xfrm>
            <a:off x="3495294" y="1965960"/>
            <a:ext cx="235229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50" b="1" i="0">
                <a:solidFill>
                  <a:srgbClr val="6B6B6B"/>
                </a:solidFill>
                <a:latin typeface="Trenda IG Text"/>
              </a:rPr>
              <a:t>TODAY  </a:t>
            </a:r>
            <a:r>
              <a:rPr sz="1800" b="0" i="0">
                <a:solidFill>
                  <a:srgbClr val="6B6B6B"/>
                </a:solidFill>
                <a:latin typeface="Trenda IG Text"/>
              </a:rPr>
              <a:t>~90 days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3495294" y="2423160"/>
            <a:ext cx="235229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 i="0">
                <a:solidFill>
                  <a:srgbClr val="6B6B6B"/>
                </a:solidFill>
                <a:latin typeface="Trenda IG Text"/>
              </a:rPr>
              <a:t>↓</a:t>
            </a:r>
          </a:p>
        </p:txBody>
      </p:sp>
      <p:sp>
        <p:nvSpPr>
          <p:cNvPr id="17" name="Text 16"/>
          <p:cNvSpPr txBox="1"/>
          <p:nvPr/>
        </p:nvSpPr>
        <p:spPr>
          <a:xfrm>
            <a:off x="3495294" y="2697480"/>
            <a:ext cx="235229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0" i="0">
                <a:solidFill>
                  <a:srgbClr val="FF0069"/>
                </a:solidFill>
                <a:latin typeface="Trenda IG Text"/>
              </a:rPr>
              <a:t>~10-12 days</a:t>
            </a:r>
          </a:p>
        </p:txBody>
      </p:sp>
      <p:sp>
        <p:nvSpPr>
          <p:cNvPr id="18" name="Text 17"/>
          <p:cNvSpPr txBox="1"/>
          <p:nvPr/>
        </p:nvSpPr>
        <p:spPr>
          <a:xfrm>
            <a:off x="3495294" y="3474720"/>
            <a:ext cx="235229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 i="0">
                <a:solidFill>
                  <a:srgbClr val="4D4D4D"/>
                </a:solidFill>
                <a:latin typeface="Trenda IG Text"/>
              </a:rPr>
              <a:t>data governed and ready once, not prepared for every campaign</a:t>
            </a:r>
          </a:p>
        </p:txBody>
      </p:sp>
      <p:sp>
        <p:nvSpPr>
          <p:cNvPr id="19" name="Shape 18"/>
          <p:cNvSpPr/>
          <p:nvPr/>
        </p:nvSpPr>
        <p:spPr>
          <a:xfrm>
            <a:off x="6176772" y="1325880"/>
            <a:ext cx="2718054" cy="3246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hape 19"/>
          <p:cNvSpPr/>
          <p:nvPr/>
        </p:nvSpPr>
        <p:spPr>
          <a:xfrm>
            <a:off x="6176772" y="1325880"/>
            <a:ext cx="2718054" cy="54864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50000">
                <a:srgbClr val="FF0069"/>
              </a:gs>
              <a:gs pos="100000">
                <a:srgbClr val="00D6F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 20"/>
          <p:cNvSpPr txBox="1"/>
          <p:nvPr/>
        </p:nvSpPr>
        <p:spPr>
          <a:xfrm>
            <a:off x="6377940" y="1554480"/>
            <a:ext cx="235229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i="0" spc="120">
                <a:solidFill>
                  <a:srgbClr val="8A6D00"/>
                </a:solidFill>
                <a:latin typeface="Trenda IG Text"/>
              </a:rPr>
              <a:t>PEOPLE PER SQUAD</a:t>
            </a:r>
          </a:p>
        </p:txBody>
      </p:sp>
      <p:sp>
        <p:nvSpPr>
          <p:cNvPr id="22" name="Text 21"/>
          <p:cNvSpPr txBox="1"/>
          <p:nvPr/>
        </p:nvSpPr>
        <p:spPr>
          <a:xfrm>
            <a:off x="6377940" y="1965960"/>
            <a:ext cx="235229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50" b="1" i="0">
                <a:solidFill>
                  <a:srgbClr val="6B6B6B"/>
                </a:solidFill>
                <a:latin typeface="Trenda IG Text"/>
              </a:rPr>
              <a:t>TODAY  </a:t>
            </a:r>
            <a:r>
              <a:rPr sz="1800" b="0" i="0">
                <a:solidFill>
                  <a:srgbClr val="6B6B6B"/>
                </a:solidFill>
                <a:latin typeface="Trenda IG Text"/>
              </a:rPr>
              <a:t>5-7</a:t>
            </a:r>
          </a:p>
        </p:txBody>
      </p:sp>
      <p:sp>
        <p:nvSpPr>
          <p:cNvPr id="23" name="Text 22"/>
          <p:cNvSpPr txBox="1"/>
          <p:nvPr/>
        </p:nvSpPr>
        <p:spPr>
          <a:xfrm>
            <a:off x="6377940" y="2423160"/>
            <a:ext cx="235229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 i="0">
                <a:solidFill>
                  <a:srgbClr val="6B6B6B"/>
                </a:solidFill>
                <a:latin typeface="Trenda IG Text"/>
              </a:rPr>
              <a:t>↓</a:t>
            </a:r>
          </a:p>
        </p:txBody>
      </p:sp>
      <p:sp>
        <p:nvSpPr>
          <p:cNvPr id="24" name="Text 23"/>
          <p:cNvSpPr txBox="1"/>
          <p:nvPr/>
        </p:nvSpPr>
        <p:spPr>
          <a:xfrm>
            <a:off x="6377940" y="2697480"/>
            <a:ext cx="235229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0" i="0">
                <a:solidFill>
                  <a:srgbClr val="8A6D00"/>
                </a:solidFill>
                <a:latin typeface="Trenda IG Text"/>
              </a:rPr>
              <a:t>~2.4</a:t>
            </a:r>
          </a:p>
        </p:txBody>
      </p:sp>
      <p:sp>
        <p:nvSpPr>
          <p:cNvPr id="25" name="Text 24"/>
          <p:cNvSpPr txBox="1"/>
          <p:nvPr/>
        </p:nvSpPr>
        <p:spPr>
          <a:xfrm>
            <a:off x="6377940" y="3474720"/>
            <a:ext cx="235229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 i="0">
                <a:solidFill>
                  <a:srgbClr val="4D4D4D"/>
                </a:solidFill>
                <a:latin typeface="Trenda IG Text"/>
              </a:rPr>
              <a:t>a PM / tech lead and a dev / QA directing the agents; people approve and own</a:t>
            </a:r>
          </a:p>
        </p:txBody>
      </p:sp>
      <p:sp>
        <p:nvSpPr>
          <p:cNvPr id="26" name="Shape 25"/>
          <p:cNvSpPr/>
          <p:nvPr/>
        </p:nvSpPr>
        <p:spPr>
          <a:xfrm>
            <a:off x="9059418" y="1325880"/>
            <a:ext cx="2718054" cy="3246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Shape 26"/>
          <p:cNvSpPr/>
          <p:nvPr/>
        </p:nvSpPr>
        <p:spPr>
          <a:xfrm>
            <a:off x="9059418" y="1325880"/>
            <a:ext cx="2718054" cy="54864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50000">
                <a:srgbClr val="FF0069"/>
              </a:gs>
              <a:gs pos="100000">
                <a:srgbClr val="00D6F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 27"/>
          <p:cNvSpPr txBox="1"/>
          <p:nvPr/>
        </p:nvSpPr>
        <p:spPr>
          <a:xfrm>
            <a:off x="9260586" y="1554480"/>
            <a:ext cx="235229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i="0" spc="120">
                <a:solidFill>
                  <a:srgbClr val="0089A0"/>
                </a:solidFill>
                <a:latin typeface="Trenda IG Text"/>
              </a:rPr>
              <a:t>SAVED OVER 3 YEARS</a:t>
            </a:r>
          </a:p>
        </p:txBody>
      </p:sp>
      <p:sp>
        <p:nvSpPr>
          <p:cNvPr id="29" name="Text 28"/>
          <p:cNvSpPr txBox="1"/>
          <p:nvPr/>
        </p:nvSpPr>
        <p:spPr>
          <a:xfrm>
            <a:off x="9260586" y="2697480"/>
            <a:ext cx="235229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400" b="0" i="0">
                <a:solidFill>
                  <a:srgbClr val="0089A0"/>
                </a:solidFill>
                <a:latin typeface="Trenda IG Text"/>
              </a:rPr>
              <a:t>~$19.9M</a:t>
            </a:r>
          </a:p>
        </p:txBody>
      </p:sp>
      <p:sp>
        <p:nvSpPr>
          <p:cNvPr id="30" name="Text 29"/>
          <p:cNvSpPr txBox="1"/>
          <p:nvPr/>
        </p:nvSpPr>
        <p:spPr>
          <a:xfrm>
            <a:off x="9260586" y="3474720"/>
            <a:ext cx="235229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 i="0">
                <a:solidFill>
                  <a:srgbClr val="4D4D4D"/>
                </a:solidFill>
                <a:latin typeface="Trenda IG Text"/>
              </a:rPr>
              <a:t>about 50% lower at full run rate, across the pods</a:t>
            </a:r>
          </a:p>
        </p:txBody>
      </p:sp>
      <p:sp>
        <p:nvSpPr>
          <p:cNvPr id="31" name="Differentiator Border 31"/>
          <p:cNvSpPr/>
          <p:nvPr/>
        </p:nvSpPr>
        <p:spPr>
          <a:xfrm>
            <a:off x="411480" y="4800600"/>
            <a:ext cx="11365992" cy="777240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50000">
                <a:srgbClr val="FF0069"/>
              </a:gs>
              <a:gs pos="100000">
                <a:srgbClr val="00D6F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Shape 32"/>
          <p:cNvSpPr/>
          <p:nvPr/>
        </p:nvSpPr>
        <p:spPr>
          <a:xfrm>
            <a:off x="429768" y="4818888"/>
            <a:ext cx="11329416" cy="7406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658368" y="4818888"/>
            <a:ext cx="10872216" cy="740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8A6D00"/>
                </a:solidFill>
                <a:latin typeface="Trenda IG Text"/>
              </a:rPr>
              <a:t>What stays the same: </a:t>
            </a:r>
            <a:r>
              <a:rPr sz="1100" b="0" i="0">
                <a:solidFill>
                  <a:srgbClr val="1A1A1A"/>
                </a:solidFill>
                <a:latin typeface="Trenda IG Text"/>
              </a:rPr>
              <a:t>people approve at every gate, the owning team deploys to production, and agents never see raw patient data.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411480" y="5669280"/>
            <a:ext cx="113659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50" b="0" i="0">
                <a:solidFill>
                  <a:srgbClr val="6B6B6B"/>
                </a:solidFill>
                <a:latin typeface="Trenda IG Text"/>
              </a:rPr>
              <a:t>Factory figures are pilot targets and planning estimates, confirmed against each pod's Phase 0 baseline.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i="0" spc="300">
                <a:solidFill>
                  <a:srgbClr val="0089A0"/>
                </a:solidFill>
                <a:latin typeface="Trenda IG Text"/>
              </a:rPr>
              <a:t>ASCENSION AGENTIC FACTORY · EXECUTIVE SUMMARY</a:t>
            </a:r>
          </a:p>
        </p:txBody>
      </p:sp>
      <p:sp>
        <p:nvSpPr>
          <p:cNvPr id="3" name="Text 2"/>
          <p:cNvSpPr txBox="1"/>
          <p:nvPr/>
        </p:nvSpPr>
        <p:spPr>
          <a:xfrm>
            <a:off x="411480" y="384048"/>
            <a:ext cx="1136599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200" b="1" i="0">
                <a:solidFill>
                  <a:srgbClr val="1A1A1A"/>
                </a:solidFill>
                <a:latin typeface="Trenda IG Text"/>
              </a:rPr>
              <a:t>How it works: four steps, the same for every job</a:t>
            </a:r>
          </a:p>
        </p:txBody>
      </p:sp>
      <p:sp>
        <p:nvSpPr>
          <p:cNvPr id="4" name="Text 3"/>
          <p:cNvSpPr txBox="1"/>
          <p:nvPr/>
        </p:nvSpPr>
        <p:spPr>
          <a:xfrm>
            <a:off x="411480" y="804672"/>
            <a:ext cx="113659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4D4D4D"/>
                </a:solidFill>
                <a:latin typeface="Trenda IG Text"/>
              </a:rPr>
              <a:t>The data is governed first, agents build and test on masked data, people approve, and only then does anything reach production or a patient.</a:t>
            </a:r>
          </a:p>
        </p:txBody>
      </p:sp>
      <p:sp>
        <p:nvSpPr>
          <p:cNvPr id="5" name="Shape 4"/>
          <p:cNvSpPr/>
          <p:nvPr/>
        </p:nvSpPr>
        <p:spPr>
          <a:xfrm>
            <a:off x="411480" y="1325880"/>
            <a:ext cx="2622041" cy="3017520"/>
          </a:xfrm>
          <a:prstGeom prst="roundRect">
            <a:avLst>
              <a:gd name="adj" fmla="val 4000"/>
            </a:avLst>
          </a:prstGeom>
          <a:solidFill>
            <a:srgbClr val="FFE6F0"/>
          </a:solidFill>
          <a:ln w="12700">
            <a:solidFill>
              <a:srgbClr val="FF00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hape 5"/>
          <p:cNvSpPr/>
          <p:nvPr/>
        </p:nvSpPr>
        <p:spPr>
          <a:xfrm>
            <a:off x="411480" y="1325880"/>
            <a:ext cx="2622041" cy="457200"/>
          </a:xfrm>
          <a:prstGeom prst="rect">
            <a:avLst/>
          </a:prstGeom>
          <a:solidFill>
            <a:srgbClr val="FF0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 6"/>
          <p:cNvSpPr txBox="1"/>
          <p:nvPr/>
        </p:nvSpPr>
        <p:spPr>
          <a:xfrm>
            <a:off x="594360" y="1325880"/>
            <a:ext cx="225628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FFFFFE"/>
                </a:solidFill>
                <a:latin typeface="Trenda IG Text"/>
              </a:rPr>
              <a:t>1  </a:t>
            </a:r>
            <a:r>
              <a:rPr sz="1200" b="1" i="0">
                <a:solidFill>
                  <a:srgbClr val="FFFFFE"/>
                </a:solidFill>
                <a:latin typeface="Trenda IG Text"/>
              </a:rPr>
              <a:t>Govern the data</a:t>
            </a:r>
          </a:p>
        </p:txBody>
      </p:sp>
      <p:pic>
        <p:nvPicPr>
          <p:cNvPr id="8" name="Picture 7" descr="google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65960"/>
            <a:ext cx="292608" cy="292608"/>
          </a:xfrm>
          <a:prstGeom prst="rect">
            <a:avLst/>
          </a:prstGeom>
        </p:spPr>
      </p:pic>
      <p:sp>
        <p:nvSpPr>
          <p:cNvPr id="9" name="Text 7"/>
          <p:cNvSpPr txBox="1"/>
          <p:nvPr/>
        </p:nvSpPr>
        <p:spPr>
          <a:xfrm>
            <a:off x="594360" y="2423160"/>
            <a:ext cx="2256282" cy="182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4D4D4D"/>
                </a:solidFill>
                <a:latin typeface="Trenda IG Text"/>
              </a:rPr>
              <a:t>Google Cloud: Bronze, Silver, Gold.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4D4D4D"/>
                </a:solidFill>
                <a:latin typeface="Trenda IG Text"/>
              </a:rPr>
              <a:t>DLP classifies; a Collibra steward approves; policy tags mask PHI.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4D4D4D"/>
                </a:solidFill>
                <a:latin typeface="Trenda IG Text"/>
              </a:rPr>
              <a:t>Agents get aggregates and masked views only.</a:t>
            </a:r>
          </a:p>
        </p:txBody>
      </p:sp>
      <p:cxnSp>
        <p:nvCxnSpPr>
          <p:cNvPr id="10" name="Arrow 8"/>
          <p:cNvCxnSpPr/>
          <p:nvPr/>
        </p:nvCxnSpPr>
        <p:spPr>
          <a:xfrm>
            <a:off x="3070098" y="2834639"/>
            <a:ext cx="219456" cy="0"/>
          </a:xfrm>
          <a:prstGeom prst="line">
            <a:avLst/>
          </a:prstGeom>
          <a:ln w="2540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hape 9"/>
          <p:cNvSpPr/>
          <p:nvPr/>
        </p:nvSpPr>
        <p:spPr>
          <a:xfrm>
            <a:off x="3326129" y="1325880"/>
            <a:ext cx="2622041" cy="3017520"/>
          </a:xfrm>
          <a:prstGeom prst="roundRect">
            <a:avLst>
              <a:gd name="adj" fmla="val 4000"/>
            </a:avLst>
          </a:prstGeom>
          <a:solidFill>
            <a:srgbClr val="E0FAFE"/>
          </a:solidFill>
          <a:ln w="12700">
            <a:solidFill>
              <a:srgbClr val="00B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hape 10"/>
          <p:cNvSpPr/>
          <p:nvPr/>
        </p:nvSpPr>
        <p:spPr>
          <a:xfrm>
            <a:off x="3326129" y="1325880"/>
            <a:ext cx="2622041" cy="457200"/>
          </a:xfrm>
          <a:prstGeom prst="rect">
            <a:avLst/>
          </a:prstGeom>
          <a:solidFill>
            <a:srgbClr val="00D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 11"/>
          <p:cNvSpPr txBox="1"/>
          <p:nvPr/>
        </p:nvSpPr>
        <p:spPr>
          <a:xfrm>
            <a:off x="3509010" y="1325880"/>
            <a:ext cx="225628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000000"/>
                </a:solidFill>
                <a:latin typeface="Trenda IG Text"/>
              </a:rPr>
              <a:t>2  </a:t>
            </a:r>
            <a:r>
              <a:rPr sz="1200" b="1" i="0">
                <a:solidFill>
                  <a:srgbClr val="000000"/>
                </a:solidFill>
                <a:latin typeface="Trenda IG Text"/>
              </a:rPr>
              <a:t>Agents plan, build, test</a:t>
            </a:r>
          </a:p>
        </p:txBody>
      </p:sp>
      <p:pic>
        <p:nvPicPr>
          <p:cNvPr id="14" name="Picture 13" descr="har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010" y="1965960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3509010" y="2423160"/>
            <a:ext cx="2256282" cy="182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4D4D4D"/>
                </a:solidFill>
                <a:latin typeface="Trenda IG Text"/>
              </a:rPr>
              <a:t>7 delivery + 7 campaign agents.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4D4D4D"/>
                </a:solidFill>
                <a:latin typeface="Trenda IG Text"/>
              </a:rPr>
              <a:t>Cited context from the knowledge graph.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4D4D4D"/>
                </a:solidFill>
                <a:latin typeface="Trenda IG Text"/>
              </a:rPr>
              <a:t>Every step scored; a failure goes back to its cause.</a:t>
            </a:r>
          </a:p>
        </p:txBody>
      </p:sp>
      <p:cxnSp>
        <p:nvCxnSpPr>
          <p:cNvPr id="16" name="Arrow 13"/>
          <p:cNvCxnSpPr/>
          <p:nvPr/>
        </p:nvCxnSpPr>
        <p:spPr>
          <a:xfrm>
            <a:off x="5984747" y="2834639"/>
            <a:ext cx="219456" cy="0"/>
          </a:xfrm>
          <a:prstGeom prst="line">
            <a:avLst/>
          </a:prstGeom>
          <a:ln w="2540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hape 14"/>
          <p:cNvSpPr/>
          <p:nvPr/>
        </p:nvSpPr>
        <p:spPr>
          <a:xfrm>
            <a:off x="6240779" y="1325880"/>
            <a:ext cx="2622041" cy="3017520"/>
          </a:xfrm>
          <a:prstGeom prst="roundRect">
            <a:avLst>
              <a:gd name="adj" fmla="val 4000"/>
            </a:avLst>
          </a:prstGeom>
          <a:solidFill>
            <a:srgbClr val="FFF7CC"/>
          </a:solidFill>
          <a:ln w="12700">
            <a:solidFill>
              <a:srgbClr val="C9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hape 15"/>
          <p:cNvSpPr/>
          <p:nvPr/>
        </p:nvSpPr>
        <p:spPr>
          <a:xfrm>
            <a:off x="6240779" y="1325880"/>
            <a:ext cx="2622041" cy="45720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 16"/>
          <p:cNvSpPr txBox="1"/>
          <p:nvPr/>
        </p:nvSpPr>
        <p:spPr>
          <a:xfrm>
            <a:off x="6423659" y="1325880"/>
            <a:ext cx="225628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000000"/>
                </a:solidFill>
                <a:latin typeface="Trenda IG Text"/>
              </a:rPr>
              <a:t>3  </a:t>
            </a:r>
            <a:r>
              <a:rPr sz="1200" b="1" i="0">
                <a:solidFill>
                  <a:srgbClr val="000000"/>
                </a:solidFill>
                <a:latin typeface="Trenda IG Text"/>
              </a:rPr>
              <a:t>People approve</a:t>
            </a:r>
          </a:p>
        </p:txBody>
      </p:sp>
      <p:pic>
        <p:nvPicPr>
          <p:cNvPr id="20" name="Picture 19" descr="peo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659" y="1965960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423659" y="2423160"/>
            <a:ext cx="2256282" cy="182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4D4D4D"/>
                </a:solidFill>
                <a:latin typeface="Trenda IG Text"/>
              </a:rPr>
              <a:t>Delivery: product owner, architect, tech lead, business, then CAB.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4D4D4D"/>
                </a:solidFill>
                <a:latin typeface="Trenda IG Text"/>
              </a:rPr>
              <a:t>Campaigns: marketer, clinical, compliance.</a:t>
            </a:r>
          </a:p>
        </p:txBody>
      </p:sp>
      <p:cxnSp>
        <p:nvCxnSpPr>
          <p:cNvPr id="22" name="Arrow 18"/>
          <p:cNvCxnSpPr/>
          <p:nvPr/>
        </p:nvCxnSpPr>
        <p:spPr>
          <a:xfrm>
            <a:off x="8899397" y="2834639"/>
            <a:ext cx="219456" cy="0"/>
          </a:xfrm>
          <a:prstGeom prst="line">
            <a:avLst/>
          </a:prstGeom>
          <a:ln w="2540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hape 19"/>
          <p:cNvSpPr/>
          <p:nvPr/>
        </p:nvSpPr>
        <p:spPr>
          <a:xfrm>
            <a:off x="9155429" y="1325880"/>
            <a:ext cx="2622041" cy="3017520"/>
          </a:xfrm>
          <a:prstGeom prst="roundRect">
            <a:avLst>
              <a:gd name="adj" fmla="val 4000"/>
            </a:avLst>
          </a:prstGeom>
          <a:solidFill>
            <a:srgbClr val="E0FAFE"/>
          </a:solidFill>
          <a:ln w="12700">
            <a:solidFill>
              <a:srgbClr val="00B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hape 20"/>
          <p:cNvSpPr/>
          <p:nvPr/>
        </p:nvSpPr>
        <p:spPr>
          <a:xfrm>
            <a:off x="9155429" y="1325880"/>
            <a:ext cx="2622041" cy="457200"/>
          </a:xfrm>
          <a:prstGeom prst="rect">
            <a:avLst/>
          </a:prstGeom>
          <a:solidFill>
            <a:srgbClr val="00D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 21"/>
          <p:cNvSpPr txBox="1"/>
          <p:nvPr/>
        </p:nvSpPr>
        <p:spPr>
          <a:xfrm>
            <a:off x="9338309" y="1325880"/>
            <a:ext cx="225628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000000"/>
                </a:solidFill>
                <a:latin typeface="Trenda IG Text"/>
              </a:rPr>
              <a:t>4  </a:t>
            </a:r>
            <a:r>
              <a:rPr sz="1200" b="1" i="0">
                <a:solidFill>
                  <a:srgbClr val="000000"/>
                </a:solidFill>
                <a:latin typeface="Trenda IG Text"/>
              </a:rPr>
              <a:t>Release safely</a:t>
            </a:r>
          </a:p>
        </p:txBody>
      </p:sp>
      <p:pic>
        <p:nvPicPr>
          <p:cNvPr id="26" name="Picture 25" descr="salesfor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8309" y="1965960"/>
            <a:ext cx="292608" cy="292608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9338309" y="2423160"/>
            <a:ext cx="2256282" cy="1828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4D4D4D"/>
                </a:solidFill>
                <a:latin typeface="Trenda IG Text"/>
              </a:rPr>
              <a:t>Delivery: the owning team deploys through Copado; no agent credential in production.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4D4D4D"/>
                </a:solidFill>
                <a:latin typeface="Trenda IG Text"/>
              </a:rPr>
              <a:t>Campaigns: patients only through the activation gateway; consent re-checked at send.</a:t>
            </a:r>
          </a:p>
        </p:txBody>
      </p:sp>
      <p:sp>
        <p:nvSpPr>
          <p:cNvPr id="28" name="Shape 23"/>
          <p:cNvSpPr/>
          <p:nvPr/>
        </p:nvSpPr>
        <p:spPr>
          <a:xfrm>
            <a:off x="411480" y="4617720"/>
            <a:ext cx="5591556" cy="960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Shape 24"/>
          <p:cNvSpPr/>
          <p:nvPr/>
        </p:nvSpPr>
        <p:spPr>
          <a:xfrm>
            <a:off x="411480" y="4617720"/>
            <a:ext cx="54864" cy="960120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50000">
                <a:srgbClr val="FF0069"/>
              </a:gs>
              <a:gs pos="100000">
                <a:srgbClr val="00D6F2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 25"/>
          <p:cNvSpPr txBox="1"/>
          <p:nvPr/>
        </p:nvSpPr>
        <p:spPr>
          <a:xfrm>
            <a:off x="640080" y="4727448"/>
            <a:ext cx="52257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0089A0"/>
                </a:solidFill>
                <a:latin typeface="Trenda IG Text"/>
              </a:rPr>
              <a:t>Change Guardian</a:t>
            </a:r>
          </a:p>
        </p:txBody>
      </p:sp>
      <p:sp>
        <p:nvSpPr>
          <p:cNvPr id="31" name="Text 26"/>
          <p:cNvSpPr txBox="1"/>
          <p:nvPr/>
        </p:nvSpPr>
        <p:spPr>
          <a:xfrm>
            <a:off x="640080" y="5029200"/>
            <a:ext cx="52257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4D4D4D"/>
                </a:solidFill>
                <a:latin typeface="Trenda IG Text"/>
              </a:rPr>
              <a:t>Checks every change against the pods that own and use it, and flags deployment blockers before release. No pod breaks another.</a:t>
            </a:r>
          </a:p>
        </p:txBody>
      </p:sp>
      <p:sp>
        <p:nvSpPr>
          <p:cNvPr id="32" name="Shape 27"/>
          <p:cNvSpPr/>
          <p:nvPr/>
        </p:nvSpPr>
        <p:spPr>
          <a:xfrm>
            <a:off x="6185916" y="4617720"/>
            <a:ext cx="5591556" cy="9601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Shape 28"/>
          <p:cNvSpPr/>
          <p:nvPr/>
        </p:nvSpPr>
        <p:spPr>
          <a:xfrm>
            <a:off x="6185916" y="4617720"/>
            <a:ext cx="54864" cy="960120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50000">
                <a:srgbClr val="FF0069"/>
              </a:gs>
              <a:gs pos="100000">
                <a:srgbClr val="00D6F2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 29"/>
          <p:cNvSpPr txBox="1"/>
          <p:nvPr/>
        </p:nvSpPr>
        <p:spPr>
          <a:xfrm>
            <a:off x="6414516" y="4727448"/>
            <a:ext cx="52257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1A1A1A"/>
                </a:solidFill>
                <a:latin typeface="Trenda IG Text"/>
              </a:rPr>
              <a:t>Change passport</a:t>
            </a:r>
          </a:p>
        </p:txBody>
      </p:sp>
      <p:sp>
        <p:nvSpPr>
          <p:cNvPr id="35" name="Text 30"/>
          <p:cNvSpPr txBox="1"/>
          <p:nvPr/>
        </p:nvSpPr>
        <p:spPr>
          <a:xfrm>
            <a:off x="6414516" y="5029200"/>
            <a:ext cx="522579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4D4D4D"/>
                </a:solidFill>
                <a:latin typeface="Trenda IG Text"/>
              </a:rPr>
              <a:t>Every step, approval, test and release is recorded, so every change can be audited end to 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i="0" spc="300">
                <a:solidFill>
                  <a:srgbClr val="0089A0"/>
                </a:solidFill>
                <a:latin typeface="Trenda IG Text"/>
              </a:rPr>
              <a:t>ASCENSION AGENTIC FACTORY · EXECUTIVE SUMMARY</a:t>
            </a:r>
          </a:p>
        </p:txBody>
      </p:sp>
      <p:sp>
        <p:nvSpPr>
          <p:cNvPr id="3" name="Text 2"/>
          <p:cNvSpPr txBox="1"/>
          <p:nvPr/>
        </p:nvSpPr>
        <p:spPr>
          <a:xfrm>
            <a:off x="411480" y="384048"/>
            <a:ext cx="1136599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200" b="1" i="0">
                <a:solidFill>
                  <a:srgbClr val="1A1A1A"/>
                </a:solidFill>
                <a:latin typeface="Trenda IG Text"/>
              </a:rPr>
              <a:t>Safe by design</a:t>
            </a:r>
          </a:p>
        </p:txBody>
      </p:sp>
      <p:sp>
        <p:nvSpPr>
          <p:cNvPr id="4" name="Text 3"/>
          <p:cNvSpPr txBox="1"/>
          <p:nvPr/>
        </p:nvSpPr>
        <p:spPr>
          <a:xfrm>
            <a:off x="411480" y="804672"/>
            <a:ext cx="113659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4D4D4D"/>
                </a:solidFill>
                <a:latin typeface="Trenda IG Text"/>
              </a:rPr>
              <a:t>Six guarantees hold for every pod and every job. Safety is part of the platform, not a step at the end.</a:t>
            </a:r>
          </a:p>
        </p:txBody>
      </p:sp>
      <p:sp>
        <p:nvSpPr>
          <p:cNvPr id="5" name="Shape 4"/>
          <p:cNvSpPr/>
          <p:nvPr/>
        </p:nvSpPr>
        <p:spPr>
          <a:xfrm>
            <a:off x="411480" y="1325880"/>
            <a:ext cx="3666744" cy="14630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hape 5"/>
          <p:cNvSpPr/>
          <p:nvPr/>
        </p:nvSpPr>
        <p:spPr>
          <a:xfrm>
            <a:off x="411480" y="1325880"/>
            <a:ext cx="64008" cy="1463040"/>
          </a:xfrm>
          <a:prstGeom prst="rect">
            <a:avLst/>
          </a:prstGeom>
          <a:solidFill>
            <a:srgbClr val="FF0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 6"/>
          <p:cNvSpPr txBox="1"/>
          <p:nvPr/>
        </p:nvSpPr>
        <p:spPr>
          <a:xfrm>
            <a:off x="685800" y="1508760"/>
            <a:ext cx="32095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0069"/>
                </a:solidFill>
                <a:latin typeface="Trenda IG Text"/>
              </a:rPr>
              <a:t>Agents never see raw PHI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685800" y="1965960"/>
            <a:ext cx="320954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4D4D4D"/>
                </a:solidFill>
                <a:latin typeface="Trenda IG Text"/>
              </a:rPr>
              <a:t>Aggregates and masked views only. Patient data leaves only through the activation gateway.</a:t>
            </a:r>
          </a:p>
        </p:txBody>
      </p:sp>
      <p:sp>
        <p:nvSpPr>
          <p:cNvPr id="9" name="Shape 8"/>
          <p:cNvSpPr/>
          <p:nvPr/>
        </p:nvSpPr>
        <p:spPr>
          <a:xfrm>
            <a:off x="4261104" y="1325880"/>
            <a:ext cx="3666744" cy="14630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hape 9"/>
          <p:cNvSpPr/>
          <p:nvPr/>
        </p:nvSpPr>
        <p:spPr>
          <a:xfrm>
            <a:off x="4261104" y="1325880"/>
            <a:ext cx="64008" cy="1463040"/>
          </a:xfrm>
          <a:prstGeom prst="rect">
            <a:avLst/>
          </a:prstGeom>
          <a:solidFill>
            <a:srgbClr val="00D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 10"/>
          <p:cNvSpPr txBox="1"/>
          <p:nvPr/>
        </p:nvSpPr>
        <p:spPr>
          <a:xfrm>
            <a:off x="4535424" y="1508760"/>
            <a:ext cx="32095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0089A0"/>
                </a:solidFill>
                <a:latin typeface="Trenda IG Text"/>
              </a:rPr>
              <a:t>No production credentials</a:t>
            </a:r>
          </a:p>
        </p:txBody>
      </p:sp>
      <p:sp>
        <p:nvSpPr>
          <p:cNvPr id="12" name="Text 11"/>
          <p:cNvSpPr txBox="1"/>
          <p:nvPr/>
        </p:nvSpPr>
        <p:spPr>
          <a:xfrm>
            <a:off x="4535424" y="1965960"/>
            <a:ext cx="320954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4D4D4D"/>
                </a:solidFill>
                <a:latin typeface="Trenda IG Text"/>
              </a:rPr>
              <a:t>Three identities: read, develop, release. The owning team deploys after CAB.</a:t>
            </a:r>
          </a:p>
        </p:txBody>
      </p:sp>
      <p:sp>
        <p:nvSpPr>
          <p:cNvPr id="13" name="Shape 12"/>
          <p:cNvSpPr/>
          <p:nvPr/>
        </p:nvSpPr>
        <p:spPr>
          <a:xfrm>
            <a:off x="8110727" y="1325880"/>
            <a:ext cx="3666744" cy="14630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hape 13"/>
          <p:cNvSpPr/>
          <p:nvPr/>
        </p:nvSpPr>
        <p:spPr>
          <a:xfrm>
            <a:off x="8110727" y="1325880"/>
            <a:ext cx="64008" cy="146304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 14"/>
          <p:cNvSpPr txBox="1"/>
          <p:nvPr/>
        </p:nvSpPr>
        <p:spPr>
          <a:xfrm>
            <a:off x="8385048" y="1508760"/>
            <a:ext cx="32095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8A6D00"/>
                </a:solidFill>
                <a:latin typeface="Trenda IG Text"/>
              </a:rPr>
              <a:t>People decide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8385048" y="1965960"/>
            <a:ext cx="320954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4D4D4D"/>
                </a:solidFill>
                <a:latin typeface="Trenda IG Text"/>
              </a:rPr>
              <a:t>Every gate is a named person. Agents recommend; people approve.</a:t>
            </a:r>
          </a:p>
        </p:txBody>
      </p:sp>
      <p:sp>
        <p:nvSpPr>
          <p:cNvPr id="17" name="Shape 16"/>
          <p:cNvSpPr/>
          <p:nvPr/>
        </p:nvSpPr>
        <p:spPr>
          <a:xfrm>
            <a:off x="411480" y="2971800"/>
            <a:ext cx="3666744" cy="14630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hape 17"/>
          <p:cNvSpPr/>
          <p:nvPr/>
        </p:nvSpPr>
        <p:spPr>
          <a:xfrm>
            <a:off x="411480" y="2971800"/>
            <a:ext cx="64008" cy="1463040"/>
          </a:xfrm>
          <a:prstGeom prst="rect">
            <a:avLst/>
          </a:prstGeom>
          <a:solidFill>
            <a:srgbClr val="FF0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 18"/>
          <p:cNvSpPr txBox="1"/>
          <p:nvPr/>
        </p:nvSpPr>
        <p:spPr>
          <a:xfrm>
            <a:off x="685800" y="3154680"/>
            <a:ext cx="32095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0069"/>
                </a:solidFill>
                <a:latin typeface="Trenda IG Text"/>
              </a:rPr>
              <a:t>The right patient only</a:t>
            </a:r>
          </a:p>
        </p:txBody>
      </p:sp>
      <p:sp>
        <p:nvSpPr>
          <p:cNvPr id="20" name="Text 19"/>
          <p:cNvSpPr txBox="1"/>
          <p:nvPr/>
        </p:nvSpPr>
        <p:spPr>
          <a:xfrm>
            <a:off x="685800" y="3611880"/>
            <a:ext cx="320954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4D4D4D"/>
                </a:solidFill>
                <a:latin typeface="Trenda IG Text"/>
              </a:rPr>
              <a:t>Eligibility, consent and suppression checked by deterministic services; consent re-checked at send.</a:t>
            </a:r>
          </a:p>
        </p:txBody>
      </p:sp>
      <p:sp>
        <p:nvSpPr>
          <p:cNvPr id="21" name="Shape 20"/>
          <p:cNvSpPr/>
          <p:nvPr/>
        </p:nvSpPr>
        <p:spPr>
          <a:xfrm>
            <a:off x="4261104" y="2971800"/>
            <a:ext cx="3666744" cy="14630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hape 21"/>
          <p:cNvSpPr/>
          <p:nvPr/>
        </p:nvSpPr>
        <p:spPr>
          <a:xfrm>
            <a:off x="4261104" y="2971800"/>
            <a:ext cx="64008" cy="1463040"/>
          </a:xfrm>
          <a:prstGeom prst="rect">
            <a:avLst/>
          </a:prstGeom>
          <a:solidFill>
            <a:srgbClr val="00D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 22"/>
          <p:cNvSpPr txBox="1"/>
          <p:nvPr/>
        </p:nvSpPr>
        <p:spPr>
          <a:xfrm>
            <a:off x="4535424" y="3154680"/>
            <a:ext cx="32095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0089A0"/>
                </a:solidFill>
                <a:latin typeface="Trenda IG Text"/>
              </a:rPr>
              <a:t>No pod breaks another</a:t>
            </a:r>
          </a:p>
        </p:txBody>
      </p:sp>
      <p:sp>
        <p:nvSpPr>
          <p:cNvPr id="24" name="Text 23"/>
          <p:cNvSpPr txBox="1"/>
          <p:nvPr/>
        </p:nvSpPr>
        <p:spPr>
          <a:xfrm>
            <a:off x="4535424" y="3611880"/>
            <a:ext cx="320954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4D4D4D"/>
                </a:solidFill>
                <a:latin typeface="Trenda IG Text"/>
              </a:rPr>
              <a:t>The Change Guardian checks every change against who owns and uses it.</a:t>
            </a:r>
          </a:p>
        </p:txBody>
      </p:sp>
      <p:sp>
        <p:nvSpPr>
          <p:cNvPr id="25" name="Shape 24"/>
          <p:cNvSpPr/>
          <p:nvPr/>
        </p:nvSpPr>
        <p:spPr>
          <a:xfrm>
            <a:off x="8110727" y="2971800"/>
            <a:ext cx="3666744" cy="14630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hape 25"/>
          <p:cNvSpPr/>
          <p:nvPr/>
        </p:nvSpPr>
        <p:spPr>
          <a:xfrm>
            <a:off x="8110727" y="2971800"/>
            <a:ext cx="64008" cy="146304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 26"/>
          <p:cNvSpPr txBox="1"/>
          <p:nvPr/>
        </p:nvSpPr>
        <p:spPr>
          <a:xfrm>
            <a:off x="8385048" y="3154680"/>
            <a:ext cx="32095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8A6D00"/>
                </a:solidFill>
                <a:latin typeface="Trenda IG Text"/>
              </a:rPr>
              <a:t>Every step recorded</a:t>
            </a:r>
          </a:p>
        </p:txBody>
      </p:sp>
      <p:sp>
        <p:nvSpPr>
          <p:cNvPr id="28" name="Text 27"/>
          <p:cNvSpPr txBox="1"/>
          <p:nvPr/>
        </p:nvSpPr>
        <p:spPr>
          <a:xfrm>
            <a:off x="8385048" y="3611880"/>
            <a:ext cx="320954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 i="0">
                <a:solidFill>
                  <a:srgbClr val="4D4D4D"/>
                </a:solidFill>
                <a:latin typeface="Trenda IG Text"/>
              </a:rPr>
              <a:t>The change passport and evals make every change auditable.</a:t>
            </a:r>
          </a:p>
        </p:txBody>
      </p:sp>
      <p:sp>
        <p:nvSpPr>
          <p:cNvPr id="29" name="Differentiator Border 29"/>
          <p:cNvSpPr/>
          <p:nvPr/>
        </p:nvSpPr>
        <p:spPr>
          <a:xfrm>
            <a:off x="411480" y="4709160"/>
            <a:ext cx="11365992" cy="914400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50000">
                <a:srgbClr val="FF0069"/>
              </a:gs>
              <a:gs pos="100000">
                <a:srgbClr val="00D6F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Shape 30"/>
          <p:cNvSpPr/>
          <p:nvPr/>
        </p:nvSpPr>
        <p:spPr>
          <a:xfrm>
            <a:off x="429768" y="4727448"/>
            <a:ext cx="11329416" cy="87782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658368" y="4727448"/>
            <a:ext cx="10872216" cy="877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 i="0">
                <a:solidFill>
                  <a:srgbClr val="8A6D00"/>
                </a:solidFill>
                <a:latin typeface="Trenda IG Text"/>
              </a:rPr>
              <a:t>HIPAA: masking alone is not compliance. </a:t>
            </a:r>
            <a:r>
              <a:rPr sz="1100" b="0" i="0">
                <a:solidFill>
                  <a:srgbClr val="1A1A1A"/>
                </a:solidFill>
                <a:latin typeface="Trenda IG Text"/>
              </a:rPr>
              <a:t>Classification and steward approval stay; safe de-identification, permitted use, tenant isolation and the full HIPAA controls are designed in, not assumed.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i="0" spc="300">
                <a:solidFill>
                  <a:srgbClr val="0089A0"/>
                </a:solidFill>
                <a:latin typeface="Trenda IG Text"/>
              </a:rPr>
              <a:t>ASCENSION AGENTIC FACTORY · EXECUTIVE SUMMARY</a:t>
            </a:r>
          </a:p>
        </p:txBody>
      </p:sp>
      <p:sp>
        <p:nvSpPr>
          <p:cNvPr id="3" name="Text 2"/>
          <p:cNvSpPr txBox="1"/>
          <p:nvPr/>
        </p:nvSpPr>
        <p:spPr>
          <a:xfrm>
            <a:off x="411480" y="384048"/>
            <a:ext cx="1136599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200" b="1" i="0">
                <a:solidFill>
                  <a:srgbClr val="1A1A1A"/>
                </a:solidFill>
                <a:latin typeface="Trenda IG Text"/>
              </a:rPr>
              <a:t>Recommended next step: a measured pilot</a:t>
            </a:r>
          </a:p>
        </p:txBody>
      </p:sp>
      <p:sp>
        <p:nvSpPr>
          <p:cNvPr id="4" name="Text 3"/>
          <p:cNvSpPr txBox="1"/>
          <p:nvPr/>
        </p:nvSpPr>
        <p:spPr>
          <a:xfrm>
            <a:off x="411480" y="804672"/>
            <a:ext cx="113659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4D4D4D"/>
                </a:solidFill>
                <a:latin typeface="Trenda IG Text"/>
              </a:rPr>
              <a:t>Start with one Health Cloud pod and one campaign, measure against today's baseline, then add pods one at a time.</a:t>
            </a:r>
          </a:p>
        </p:txBody>
      </p:sp>
      <p:sp>
        <p:nvSpPr>
          <p:cNvPr id="5" name="Shape 4"/>
          <p:cNvSpPr/>
          <p:nvPr/>
        </p:nvSpPr>
        <p:spPr>
          <a:xfrm>
            <a:off x="411480" y="1325880"/>
            <a:ext cx="3666744" cy="2423160"/>
          </a:xfrm>
          <a:prstGeom prst="roundRect">
            <a:avLst>
              <a:gd name="adj" fmla="val 3000"/>
            </a:avLst>
          </a:prstGeom>
          <a:solidFill>
            <a:srgbClr val="E0FAFE"/>
          </a:solidFill>
          <a:ln w="12700">
            <a:solidFill>
              <a:srgbClr val="00B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hape 5"/>
          <p:cNvSpPr/>
          <p:nvPr/>
        </p:nvSpPr>
        <p:spPr>
          <a:xfrm>
            <a:off x="411480" y="1325880"/>
            <a:ext cx="3666744" cy="365760"/>
          </a:xfrm>
          <a:prstGeom prst="rect">
            <a:avLst/>
          </a:prstGeom>
          <a:solidFill>
            <a:srgbClr val="00D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 6"/>
          <p:cNvSpPr txBox="1"/>
          <p:nvPr/>
        </p:nvSpPr>
        <p:spPr>
          <a:xfrm>
            <a:off x="594360" y="1325880"/>
            <a:ext cx="33009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i="0" spc="120">
                <a:solidFill>
                  <a:srgbClr val="000000"/>
                </a:solidFill>
                <a:latin typeface="Trenda IG Text"/>
              </a:rPr>
              <a:t>THE PILOT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94360" y="1828800"/>
            <a:ext cx="33009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1A1A1A"/>
                </a:solidFill>
                <a:latin typeface="Trenda IG Text"/>
              </a:rPr>
              <a:t>Health Cloud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4D4D4D"/>
                </a:solidFill>
                <a:latin typeface="Trenda IG Text"/>
              </a:rPr>
              <a:t>Network Services pod stories, Jira to production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594360" y="2450592"/>
            <a:ext cx="33009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1A1A1A"/>
                </a:solidFill>
                <a:latin typeface="Trenda IG Text"/>
              </a:rPr>
              <a:t>Campaigns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4D4D4D"/>
                </a:solidFill>
                <a:latin typeface="Trenda IG Text"/>
              </a:rPr>
              <a:t>CHF post-discharge nudge, proven on synthetic data first</a:t>
            </a:r>
          </a:p>
        </p:txBody>
      </p:sp>
      <p:sp>
        <p:nvSpPr>
          <p:cNvPr id="10" name="Text 9"/>
          <p:cNvSpPr txBox="1"/>
          <p:nvPr/>
        </p:nvSpPr>
        <p:spPr>
          <a:xfrm>
            <a:off x="594360" y="3072384"/>
            <a:ext cx="33009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1A1A1A"/>
                </a:solidFill>
                <a:latin typeface="Trenda IG Text"/>
              </a:rPr>
              <a:t>Sierra voice agent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4D4D4D"/>
                </a:solidFill>
                <a:latin typeface="Trenda IG Text"/>
              </a:rPr>
              <a:t>follows on the same governance and knowledge</a:t>
            </a:r>
          </a:p>
        </p:txBody>
      </p:sp>
      <p:sp>
        <p:nvSpPr>
          <p:cNvPr id="11" name="Shape 10"/>
          <p:cNvSpPr/>
          <p:nvPr/>
        </p:nvSpPr>
        <p:spPr>
          <a:xfrm>
            <a:off x="4261104" y="1325880"/>
            <a:ext cx="3666744" cy="2423160"/>
          </a:xfrm>
          <a:prstGeom prst="roundRect">
            <a:avLst>
              <a:gd name="adj" fmla="val 3000"/>
            </a:avLst>
          </a:prstGeom>
          <a:solidFill>
            <a:srgbClr val="FFF7CC"/>
          </a:solidFill>
          <a:ln w="12700">
            <a:solidFill>
              <a:srgbClr val="C9A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hape 11"/>
          <p:cNvSpPr/>
          <p:nvPr/>
        </p:nvSpPr>
        <p:spPr>
          <a:xfrm>
            <a:off x="4261104" y="1325880"/>
            <a:ext cx="3666744" cy="36576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 12"/>
          <p:cNvSpPr txBox="1"/>
          <p:nvPr/>
        </p:nvSpPr>
        <p:spPr>
          <a:xfrm>
            <a:off x="4443984" y="1325880"/>
            <a:ext cx="33009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i="0" spc="120">
                <a:solidFill>
                  <a:srgbClr val="000000"/>
                </a:solidFill>
                <a:latin typeface="Trenda IG Text"/>
              </a:rPr>
              <a:t>WHAT WE MEASURE</a:t>
            </a:r>
          </a:p>
        </p:txBody>
      </p:sp>
      <p:sp>
        <p:nvSpPr>
          <p:cNvPr id="14" name="Text 13"/>
          <p:cNvSpPr txBox="1"/>
          <p:nvPr/>
        </p:nvSpPr>
        <p:spPr>
          <a:xfrm>
            <a:off x="4443984" y="1828800"/>
            <a:ext cx="33009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1A1A1A"/>
                </a:solidFill>
                <a:latin typeface="Trenda IG Text"/>
              </a:rPr>
              <a:t>Speed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4D4D4D"/>
                </a:solidFill>
                <a:latin typeface="Trenda IG Text"/>
              </a:rPr>
              <a:t>cycle time per story and per campaign</a:t>
            </a:r>
          </a:p>
        </p:txBody>
      </p:sp>
      <p:sp>
        <p:nvSpPr>
          <p:cNvPr id="15" name="Text 14"/>
          <p:cNvSpPr txBox="1"/>
          <p:nvPr/>
        </p:nvSpPr>
        <p:spPr>
          <a:xfrm>
            <a:off x="4443984" y="2450592"/>
            <a:ext cx="33009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1A1A1A"/>
                </a:solidFill>
                <a:latin typeface="Trenda IG Text"/>
              </a:rPr>
              <a:t>Quality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4D4D4D"/>
                </a:solidFill>
                <a:latin typeface="Trenda IG Text"/>
              </a:rPr>
              <a:t>first-pass approval, defects after release, eval scores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4443984" y="3072384"/>
            <a:ext cx="33009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1A1A1A"/>
                </a:solidFill>
                <a:latin typeface="Trenda IG Text"/>
              </a:rPr>
              <a:t>Safety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4D4D4D"/>
                </a:solidFill>
                <a:latin typeface="Trenda IG Text"/>
              </a:rPr>
              <a:t>zero unauthorized access to patient data</a:t>
            </a:r>
          </a:p>
        </p:txBody>
      </p:sp>
      <p:sp>
        <p:nvSpPr>
          <p:cNvPr id="17" name="Shape 16"/>
          <p:cNvSpPr/>
          <p:nvPr/>
        </p:nvSpPr>
        <p:spPr>
          <a:xfrm>
            <a:off x="8110727" y="1325880"/>
            <a:ext cx="3666744" cy="2423160"/>
          </a:xfrm>
          <a:prstGeom prst="roundRect">
            <a:avLst>
              <a:gd name="adj" fmla="val 3000"/>
            </a:avLst>
          </a:prstGeom>
          <a:solidFill>
            <a:srgbClr val="FFE6F0"/>
          </a:solidFill>
          <a:ln w="12700">
            <a:solidFill>
              <a:srgbClr val="FF00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hape 17"/>
          <p:cNvSpPr/>
          <p:nvPr/>
        </p:nvSpPr>
        <p:spPr>
          <a:xfrm>
            <a:off x="8110727" y="1325880"/>
            <a:ext cx="3666744" cy="365760"/>
          </a:xfrm>
          <a:prstGeom prst="rect">
            <a:avLst/>
          </a:prstGeom>
          <a:solidFill>
            <a:srgbClr val="FF0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 18"/>
          <p:cNvSpPr txBox="1"/>
          <p:nvPr/>
        </p:nvSpPr>
        <p:spPr>
          <a:xfrm>
            <a:off x="8293607" y="1325880"/>
            <a:ext cx="33009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i="0" spc="120">
                <a:solidFill>
                  <a:srgbClr val="FFFFFE"/>
                </a:solidFill>
                <a:latin typeface="Trenda IG Text"/>
              </a:rPr>
              <a:t>WHAT WE NEED FROM ASCENSION</a:t>
            </a:r>
          </a:p>
        </p:txBody>
      </p:sp>
      <p:sp>
        <p:nvSpPr>
          <p:cNvPr id="20" name="Text 19"/>
          <p:cNvSpPr txBox="1"/>
          <p:nvPr/>
        </p:nvSpPr>
        <p:spPr>
          <a:xfrm>
            <a:off x="8293607" y="1828800"/>
            <a:ext cx="33009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1A1A1A"/>
                </a:solidFill>
                <a:latin typeface="Trenda IG Text"/>
              </a:rPr>
              <a:t>Owners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4D4D4D"/>
                </a:solidFill>
                <a:latin typeface="Trenda IG Text"/>
              </a:rPr>
              <a:t>a named owner for each pilot</a:t>
            </a:r>
          </a:p>
        </p:txBody>
      </p:sp>
      <p:sp>
        <p:nvSpPr>
          <p:cNvPr id="21" name="Text 20"/>
          <p:cNvSpPr txBox="1"/>
          <p:nvPr/>
        </p:nvSpPr>
        <p:spPr>
          <a:xfrm>
            <a:off x="8293607" y="2450592"/>
            <a:ext cx="33009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1A1A1A"/>
                </a:solidFill>
                <a:latin typeface="Trenda IG Text"/>
              </a:rPr>
              <a:t>Data access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4D4D4D"/>
                </a:solidFill>
                <a:latin typeface="Trenda IG Text"/>
              </a:rPr>
              <a:t>governed Google Cloud data and a Collibra steward</a:t>
            </a:r>
          </a:p>
        </p:txBody>
      </p:sp>
      <p:sp>
        <p:nvSpPr>
          <p:cNvPr id="22" name="Text 21"/>
          <p:cNvSpPr txBox="1"/>
          <p:nvPr/>
        </p:nvSpPr>
        <p:spPr>
          <a:xfrm>
            <a:off x="8293607" y="3072384"/>
            <a:ext cx="33009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1A1A1A"/>
                </a:solidFill>
                <a:latin typeface="Trenda IG Text"/>
              </a:rPr>
              <a:t>Limits + criteria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4D4D4D"/>
                </a:solidFill>
                <a:latin typeface="Trenda IG Text"/>
              </a:rPr>
              <a:t>Codex usage limits and agreed success criteria</a:t>
            </a:r>
          </a:p>
        </p:txBody>
      </p:sp>
      <p:sp>
        <p:nvSpPr>
          <p:cNvPr id="23" name="Text 22"/>
          <p:cNvSpPr txBox="1"/>
          <p:nvPr/>
        </p:nvSpPr>
        <p:spPr>
          <a:xfrm>
            <a:off x="411480" y="4069079"/>
            <a:ext cx="1136599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i="0" spc="150">
                <a:solidFill>
                  <a:srgbClr val="4D4D4D"/>
                </a:solidFill>
                <a:latin typeface="Trenda IG Text"/>
              </a:rPr>
              <a:t>THE PATH</a:t>
            </a:r>
          </a:p>
        </p:txBody>
      </p:sp>
      <p:sp>
        <p:nvSpPr>
          <p:cNvPr id="24" name="Shape 23"/>
          <p:cNvSpPr/>
          <p:nvPr/>
        </p:nvSpPr>
        <p:spPr>
          <a:xfrm>
            <a:off x="411480" y="4389119"/>
            <a:ext cx="2670048" cy="868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Shape 24"/>
          <p:cNvSpPr/>
          <p:nvPr/>
        </p:nvSpPr>
        <p:spPr>
          <a:xfrm>
            <a:off x="411480" y="4389119"/>
            <a:ext cx="2670048" cy="45720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50000">
                <a:srgbClr val="FF0069"/>
              </a:gs>
              <a:gs pos="100000">
                <a:srgbClr val="00D6F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 25"/>
          <p:cNvSpPr txBox="1"/>
          <p:nvPr/>
        </p:nvSpPr>
        <p:spPr>
          <a:xfrm>
            <a:off x="594360" y="4480559"/>
            <a:ext cx="230428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1A1A1A"/>
                </a:solidFill>
                <a:latin typeface="Trenda IG Text"/>
              </a:rPr>
              <a:t>Phase 0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4D4D4D"/>
                </a:solidFill>
                <a:latin typeface="Trenda IG Text"/>
              </a:rPr>
              <a:t>baseline today: cycle times, costs, quality</a:t>
            </a:r>
          </a:p>
        </p:txBody>
      </p:sp>
      <p:cxnSp>
        <p:nvCxnSpPr>
          <p:cNvPr id="27" name="Arrow 26"/>
          <p:cNvCxnSpPr/>
          <p:nvPr/>
        </p:nvCxnSpPr>
        <p:spPr>
          <a:xfrm>
            <a:off x="3108960" y="4818888"/>
            <a:ext cx="173736" cy="0"/>
          </a:xfrm>
          <a:prstGeom prst="line">
            <a:avLst/>
          </a:prstGeom>
          <a:ln w="1905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Shape 27"/>
          <p:cNvSpPr/>
          <p:nvPr/>
        </p:nvSpPr>
        <p:spPr>
          <a:xfrm>
            <a:off x="3310128" y="4389119"/>
            <a:ext cx="2670048" cy="868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Shape 28"/>
          <p:cNvSpPr/>
          <p:nvPr/>
        </p:nvSpPr>
        <p:spPr>
          <a:xfrm>
            <a:off x="3310128" y="4389119"/>
            <a:ext cx="2670048" cy="45720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50000">
                <a:srgbClr val="FF0069"/>
              </a:gs>
              <a:gs pos="100000">
                <a:srgbClr val="00D6F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 29"/>
          <p:cNvSpPr txBox="1"/>
          <p:nvPr/>
        </p:nvSpPr>
        <p:spPr>
          <a:xfrm>
            <a:off x="3493008" y="4480559"/>
            <a:ext cx="230428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1A1A1A"/>
                </a:solidFill>
                <a:latin typeface="Trenda IG Text"/>
              </a:rPr>
              <a:t>Pilot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4D4D4D"/>
                </a:solidFill>
                <a:latin typeface="Trenda IG Text"/>
              </a:rPr>
              <a:t>one Health Cloud pod, one campaign</a:t>
            </a:r>
          </a:p>
        </p:txBody>
      </p:sp>
      <p:cxnSp>
        <p:nvCxnSpPr>
          <p:cNvPr id="31" name="Arrow 30"/>
          <p:cNvCxnSpPr/>
          <p:nvPr/>
        </p:nvCxnSpPr>
        <p:spPr>
          <a:xfrm>
            <a:off x="6007608" y="4818888"/>
            <a:ext cx="173736" cy="0"/>
          </a:xfrm>
          <a:prstGeom prst="line">
            <a:avLst/>
          </a:prstGeom>
          <a:ln w="1905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Shape 31"/>
          <p:cNvSpPr/>
          <p:nvPr/>
        </p:nvSpPr>
        <p:spPr>
          <a:xfrm>
            <a:off x="6208776" y="4389119"/>
            <a:ext cx="2670048" cy="868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Shape 32"/>
          <p:cNvSpPr/>
          <p:nvPr/>
        </p:nvSpPr>
        <p:spPr>
          <a:xfrm>
            <a:off x="6208776" y="4389119"/>
            <a:ext cx="2670048" cy="45720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50000">
                <a:srgbClr val="FF0069"/>
              </a:gs>
              <a:gs pos="100000">
                <a:srgbClr val="00D6F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 33"/>
          <p:cNvSpPr txBox="1"/>
          <p:nvPr/>
        </p:nvSpPr>
        <p:spPr>
          <a:xfrm>
            <a:off x="6391656" y="4480559"/>
            <a:ext cx="230428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1A1A1A"/>
                </a:solidFill>
                <a:latin typeface="Trenda IG Text"/>
              </a:rPr>
              <a:t>Measure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4D4D4D"/>
                </a:solidFill>
                <a:latin typeface="Trenda IG Text"/>
              </a:rPr>
              <a:t>against the baseline; adjust</a:t>
            </a:r>
          </a:p>
        </p:txBody>
      </p:sp>
      <p:cxnSp>
        <p:nvCxnSpPr>
          <p:cNvPr id="35" name="Arrow 34"/>
          <p:cNvCxnSpPr/>
          <p:nvPr/>
        </p:nvCxnSpPr>
        <p:spPr>
          <a:xfrm>
            <a:off x="8906256" y="4818888"/>
            <a:ext cx="173736" cy="0"/>
          </a:xfrm>
          <a:prstGeom prst="line">
            <a:avLst/>
          </a:prstGeom>
          <a:ln w="1905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Shape 35"/>
          <p:cNvSpPr/>
          <p:nvPr/>
        </p:nvSpPr>
        <p:spPr>
          <a:xfrm>
            <a:off x="9107424" y="4389119"/>
            <a:ext cx="2670048" cy="8686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Shape 36"/>
          <p:cNvSpPr/>
          <p:nvPr/>
        </p:nvSpPr>
        <p:spPr>
          <a:xfrm>
            <a:off x="9107424" y="4389119"/>
            <a:ext cx="2670048" cy="45720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50000">
                <a:srgbClr val="FF0069"/>
              </a:gs>
              <a:gs pos="100000">
                <a:srgbClr val="00D6F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 37"/>
          <p:cNvSpPr txBox="1"/>
          <p:nvPr/>
        </p:nvSpPr>
        <p:spPr>
          <a:xfrm>
            <a:off x="9290303" y="4480559"/>
            <a:ext cx="230428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1A1A1A"/>
                </a:solidFill>
                <a:latin typeface="Trenda IG Text"/>
              </a:rPr>
              <a:t>Scale</a:t>
            </a:r>
          </a:p>
          <a:p>
            <a:pPr>
              <a:spcAft>
                <a:spcPts val="200"/>
              </a:spcAft>
            </a:pPr>
            <a:r>
              <a:rPr sz="900" b="0" i="0">
                <a:solidFill>
                  <a:srgbClr val="4D4D4D"/>
                </a:solidFill>
                <a:latin typeface="Trenda IG Text"/>
              </a:rPr>
              <a:t>add pods one at a time; each adds its skills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nsight Global">
      <a:dk1>
        <a:srgbClr val="000000"/>
      </a:dk1>
      <a:lt1>
        <a:srgbClr val="FFFFFF"/>
      </a:lt1>
      <a:dk2>
        <a:srgbClr val="00273B"/>
      </a:dk2>
      <a:lt2>
        <a:srgbClr val="F2F2F2"/>
      </a:lt2>
      <a:accent1>
        <a:srgbClr val="00D6F2"/>
      </a:accent1>
      <a:accent2>
        <a:srgbClr val="FFD700"/>
      </a:accent2>
      <a:accent3>
        <a:srgbClr val="FF0069"/>
      </a:accent3>
      <a:accent4>
        <a:srgbClr val="FA8B35"/>
      </a:accent4>
      <a:accent5>
        <a:srgbClr val="4527A0"/>
      </a:accent5>
      <a:accent6>
        <a:srgbClr val="56E13B"/>
      </a:accent6>
      <a:hlink>
        <a:srgbClr val="FF0069"/>
      </a:hlink>
      <a:folHlink>
        <a:srgbClr val="D214AA"/>
      </a:folHlink>
    </a:clrScheme>
    <a:fontScheme name="Insight Global">
      <a:majorFont>
        <a:latin typeface="Trenda IG Tex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renda IG Text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nda IG Display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renda IG Text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Trenda IG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renda IG Text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21450</Words>
  <Application>Microsoft Office PowerPoint</Application>
  <PresentationFormat>Widescreen</PresentationFormat>
  <Paragraphs>2663</Paragraphs>
  <Slides>36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Arial</vt:lpstr>
      <vt:lpstr>Calibri</vt:lpstr>
      <vt:lpstr>Courier New</vt:lpstr>
      <vt:lpstr>Trenda IG Text</vt:lpstr>
      <vt:lpstr>Trenda IG Text Light</vt:lpstr>
      <vt:lpstr>Trenda IG Text Semibold</vt:lpstr>
      <vt:lpstr>Office Theme</vt:lpstr>
      <vt:lpstr>1_Office Theme</vt:lpstr>
      <vt:lpstr>Ascension AGENTIC HARNESS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Ascension Network Services - Engineering Context Knowledge Graph Architecture</dc:title>
  <dc:subject>PptxGenJS Presentation</dc:subject>
  <dc:creator>InsightGlobal</dc:creator>
  <cp:lastModifiedBy>Surya Chinta</cp:lastModifiedBy>
  <cp:revision>1</cp:revision>
  <dcterms:created xsi:type="dcterms:W3CDTF">2026-09-09T12:37:24Z</dcterms:created>
  <dcterms:modified xsi:type="dcterms:W3CDTF">2026-10-14T07:17:18Z</dcterms:modified>
</cp:coreProperties>
</file>