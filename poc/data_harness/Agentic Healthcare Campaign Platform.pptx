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3" r:id="rId2"/>
  </p:sldMasterIdLst>
  <p:notesMasterIdLst>
    <p:notesMasterId r:id="rId39"/>
  </p:notesMasterIdLst>
  <p:sldIdLst>
    <p:sldId id="318" r:id="rId3"/>
    <p:sldId id="339" r:id="rId12"/>
    <p:sldId id="340" r:id="rId13"/>
    <p:sldId id="338"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D7C935-1B6D-4E44-B47C-046E66B68172}" v="1" dt="2026-10-13T08:50:07.235"/>
    <p1510:client id="{D6061613-E3FA-45E3-B0BC-0BB213BEA706}" v="115" dt="2026-10-14T07:17:09.485"/>
    <p1510:client id="{FAAA239D-A7E8-691F-9086-0568C33ECAC9}" v="1" dt="2026-10-13T12:39:32.0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7386" autoAdjust="0"/>
  </p:normalViewPr>
  <p:slideViewPr>
    <p:cSldViewPr snapToGrid="0">
      <p:cViewPr>
        <p:scale>
          <a:sx n="80" d="100"/>
          <a:sy n="80" d="100"/>
        </p:scale>
        <p:origin x="62" y="3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12" Type="http://schemas.openxmlformats.org/officeDocument/2006/relationships/slide" Target="slides/slide3.xml"/><Relationship Id="rId13" Type="http://schemas.openxmlformats.org/officeDocument/2006/relationships/slide" Target="slides/slide4.xml"/><Relationship Id="rId19" Type="http://schemas.openxmlformats.org/officeDocument/2006/relationships/slide" Target="slides/slide1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microsoft.com/office/2016/11/relationships/changesInfo" Target="changesInfos/changesInfo1.xml"/><Relationship Id="rId4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eep Kandiraju" userId="S::sandeep.kandiraju@insightglobal.com::73c9edc8-56ca-4b73-b526-6c8c5936bb95" providerId="AD" clId="Web-{FAAA239D-A7E8-691F-9086-0568C33ECAC9}"/>
    <pc:docChg chg="delSld">
      <pc:chgData name="Sandeep Kandiraju" userId="S::sandeep.kandiraju@insightglobal.com::73c9edc8-56ca-4b73-b526-6c8c5936bb95" providerId="AD" clId="Web-{FAAA239D-A7E8-691F-9086-0568C33ECAC9}" dt="2026-10-13T12:39:32.049" v="0"/>
      <pc:docMkLst>
        <pc:docMk/>
      </pc:docMkLst>
      <pc:sldChg chg="del">
        <pc:chgData name="Sandeep Kandiraju" userId="S::sandeep.kandiraju@insightglobal.com::73c9edc8-56ca-4b73-b526-6c8c5936bb95" providerId="AD" clId="Web-{FAAA239D-A7E8-691F-9086-0568C33ECAC9}" dt="2026-10-13T12:39:32.049" v="0"/>
        <pc:sldMkLst>
          <pc:docMk/>
          <pc:sldMk cId="0" sldId="329"/>
        </pc:sldMkLst>
      </pc:sldChg>
    </pc:docChg>
  </pc:docChgLst>
  <pc:docChgLst>
    <pc:chgData name="Surya Chinta" userId="41ee6f01-053e-4268-a09b-364f54be2fbe" providerId="ADAL" clId="{E5143D04-8900-4457-BE49-945FECC57414}"/>
    <pc:docChg chg="undo custSel addSld delSld modSld sldOrd">
      <pc:chgData name="Surya Chinta" userId="41ee6f01-053e-4268-a09b-364f54be2fbe" providerId="ADAL" clId="{E5143D04-8900-4457-BE49-945FECC57414}" dt="2026-10-14T07:17:09.485" v="319"/>
      <pc:docMkLst>
        <pc:docMk/>
      </pc:docMkLst>
      <pc:sldChg chg="ord">
        <pc:chgData name="Surya Chinta" userId="41ee6f01-053e-4268-a09b-364f54be2fbe" providerId="ADAL" clId="{E5143D04-8900-4457-BE49-945FECC57414}" dt="2026-10-11T03:43:17.463" v="85"/>
        <pc:sldMkLst>
          <pc:docMk/>
          <pc:sldMk cId="0" sldId="257"/>
        </pc:sldMkLst>
      </pc:sldChg>
      <pc:sldChg chg="ord">
        <pc:chgData name="Surya Chinta" userId="41ee6f01-053e-4268-a09b-364f54be2fbe" providerId="ADAL" clId="{E5143D04-8900-4457-BE49-945FECC57414}" dt="2026-10-11T03:43:17.463" v="85"/>
        <pc:sldMkLst>
          <pc:docMk/>
          <pc:sldMk cId="0" sldId="258"/>
        </pc:sldMkLst>
      </pc:sldChg>
      <pc:sldChg chg="modSp mod">
        <pc:chgData name="Surya Chinta" userId="41ee6f01-053e-4268-a09b-364f54be2fbe" providerId="ADAL" clId="{E5143D04-8900-4457-BE49-945FECC57414}" dt="2026-10-13T03:22:34.188" v="124" actId="6549"/>
        <pc:sldMkLst>
          <pc:docMk/>
          <pc:sldMk cId="3603168410" sldId="318"/>
        </pc:sldMkLst>
        <pc:spChg chg="mod">
          <ac:chgData name="Surya Chinta" userId="41ee6f01-053e-4268-a09b-364f54be2fbe" providerId="ADAL" clId="{E5143D04-8900-4457-BE49-945FECC57414}" dt="2026-10-13T03:22:34.188" v="124" actId="6549"/>
          <ac:spMkLst>
            <pc:docMk/>
            <pc:sldMk cId="3603168410" sldId="318"/>
            <ac:spMk id="2" creationId="{4EA92DF6-3BED-B26E-DE34-1D5A049BE760}"/>
          </ac:spMkLst>
        </pc:spChg>
        <pc:spChg chg="mod">
          <ac:chgData name="Surya Chinta" userId="41ee6f01-053e-4268-a09b-364f54be2fbe" providerId="ADAL" clId="{E5143D04-8900-4457-BE49-945FECC57414}" dt="2026-10-13T03:22:23.260" v="100"/>
          <ac:spMkLst>
            <pc:docMk/>
            <pc:sldMk cId="3603168410" sldId="318"/>
            <ac:spMk id="8" creationId="{D6B1835E-2C04-5EC5-9045-B9B64D0E8440}"/>
          </ac:spMkLst>
        </pc:spChg>
        <pc:spChg chg="mod">
          <ac:chgData name="Surya Chinta" userId="41ee6f01-053e-4268-a09b-364f54be2fbe" providerId="ADAL" clId="{E5143D04-8900-4457-BE49-945FECC57414}" dt="2026-10-13T03:22:06.748" v="99" actId="20577"/>
          <ac:spMkLst>
            <pc:docMk/>
            <pc:sldMk cId="3603168410" sldId="318"/>
            <ac:spMk id="11" creationId="{3CC066D7-8386-587D-D5CA-A9B0917A0A6A}"/>
          </ac:spMkLst>
        </pc:spChg>
      </pc:sldChg>
      <pc:sldChg chg="modSp">
        <pc:chgData name="Surya Chinta" userId="41ee6f01-053e-4268-a09b-364f54be2fbe" providerId="ADAL" clId="{E5143D04-8900-4457-BE49-945FECC57414}" dt="2026-10-13T03:28:34.048" v="185"/>
        <pc:sldMkLst>
          <pc:docMk/>
          <pc:sldMk cId="0" sldId="319"/>
        </pc:sldMkLst>
        <pc:spChg chg="mod">
          <ac:chgData name="Surya Chinta" userId="41ee6f01-053e-4268-a09b-364f54be2fbe" providerId="ADAL" clId="{E5143D04-8900-4457-BE49-945FECC57414}" dt="2026-10-13T03:28:34.048" v="185"/>
          <ac:spMkLst>
            <pc:docMk/>
            <pc:sldMk cId="0" sldId="319"/>
            <ac:spMk id="192" creationId="{00000000-0000-0000-0000-000000000000}"/>
          </ac:spMkLst>
        </pc:spChg>
      </pc:sldChg>
      <pc:sldChg chg="add ord setBg">
        <pc:chgData name="Surya Chinta" userId="41ee6f01-053e-4268-a09b-364f54be2fbe" providerId="ADAL" clId="{E5143D04-8900-4457-BE49-945FECC57414}" dt="2026-10-11T03:43:17.463" v="85"/>
        <pc:sldMkLst>
          <pc:docMk/>
          <pc:sldMk cId="0" sldId="320"/>
        </pc:sldMkLst>
      </pc:sldChg>
      <pc:sldChg chg="add ord setBg">
        <pc:chgData name="Surya Chinta" userId="41ee6f01-053e-4268-a09b-364f54be2fbe" providerId="ADAL" clId="{E5143D04-8900-4457-BE49-945FECC57414}" dt="2026-10-11T03:43:17.463" v="85"/>
        <pc:sldMkLst>
          <pc:docMk/>
          <pc:sldMk cId="0" sldId="321"/>
        </pc:sldMkLst>
      </pc:sldChg>
      <pc:sldChg chg="add ord setBg">
        <pc:chgData name="Surya Chinta" userId="41ee6f01-053e-4268-a09b-364f54be2fbe" providerId="ADAL" clId="{E5143D04-8900-4457-BE49-945FECC57414}" dt="2026-10-11T03:43:17.463" v="85"/>
        <pc:sldMkLst>
          <pc:docMk/>
          <pc:sldMk cId="0" sldId="322"/>
        </pc:sldMkLst>
      </pc:sldChg>
      <pc:sldChg chg="addSp delSp modSp mod modNotes modNotesTx">
        <pc:chgData name="Surya Chinta" userId="41ee6f01-053e-4268-a09b-364f54be2fbe" providerId="ADAL" clId="{E5143D04-8900-4457-BE49-945FECC57414}" dt="2026-10-13T10:58:19.500" v="265" actId="767"/>
        <pc:sldMkLst>
          <pc:docMk/>
          <pc:sldMk cId="0" sldId="323"/>
        </pc:sldMkLst>
        <pc:spChg chg="mod">
          <ac:chgData name="Surya Chinta" userId="41ee6f01-053e-4268-a09b-364f54be2fbe" providerId="ADAL" clId="{E5143D04-8900-4457-BE49-945FECC57414}" dt="2026-10-13T03:23:44.191" v="129"/>
          <ac:spMkLst>
            <pc:docMk/>
            <pc:sldMk cId="0" sldId="323"/>
            <ac:spMk id="2" creationId="{00000000-0000-0000-0000-000000000000}"/>
          </ac:spMkLst>
        </pc:spChg>
        <pc:spChg chg="add del mod">
          <ac:chgData name="Surya Chinta" userId="41ee6f01-053e-4268-a09b-364f54be2fbe" providerId="ADAL" clId="{E5143D04-8900-4457-BE49-945FECC57414}" dt="2026-10-13T10:58:19.500" v="265" actId="767"/>
          <ac:spMkLst>
            <pc:docMk/>
            <pc:sldMk cId="0" sldId="323"/>
            <ac:spMk id="101" creationId="{9D224369-A1F1-48FA-2872-027FA25AA213}"/>
          </ac:spMkLst>
        </pc:spChg>
      </pc:sldChg>
      <pc:sldChg chg="modSp mod modNotes modNotesTx">
        <pc:chgData name="Surya Chinta" userId="41ee6f01-053e-4268-a09b-364f54be2fbe" providerId="ADAL" clId="{E5143D04-8900-4457-BE49-945FECC57414}" dt="2026-10-14T07:14:51.121" v="316"/>
        <pc:sldMkLst>
          <pc:docMk/>
          <pc:sldMk cId="0" sldId="324"/>
        </pc:sldMkLst>
        <pc:spChg chg="mod">
          <ac:chgData name="Surya Chinta" userId="41ee6f01-053e-4268-a09b-364f54be2fbe" providerId="ADAL" clId="{E5143D04-8900-4457-BE49-945FECC57414}" dt="2026-10-13T03:33:07.200" v="197"/>
          <ac:spMkLst>
            <pc:docMk/>
            <pc:sldMk cId="0" sldId="324"/>
            <ac:spMk id="2" creationId="{00000000-0000-0000-0000-000000000000}"/>
          </ac:spMkLst>
        </pc:spChg>
        <pc:spChg chg="mod">
          <ac:chgData name="Surya Chinta" userId="41ee6f01-053e-4268-a09b-364f54be2fbe" providerId="ADAL" clId="{E5143D04-8900-4457-BE49-945FECC57414}" dt="2026-10-13T03:29:40.233" v="187"/>
          <ac:spMkLst>
            <pc:docMk/>
            <pc:sldMk cId="0" sldId="324"/>
            <ac:spMk id="3" creationId="{00000000-0000-0000-0000-000000000000}"/>
          </ac:spMkLst>
        </pc:spChg>
        <pc:spChg chg="mod">
          <ac:chgData name="Surya Chinta" userId="41ee6f01-053e-4268-a09b-364f54be2fbe" providerId="ADAL" clId="{E5143D04-8900-4457-BE49-945FECC57414}" dt="2026-10-14T07:14:51.121" v="316"/>
          <ac:spMkLst>
            <pc:docMk/>
            <pc:sldMk cId="0" sldId="324"/>
            <ac:spMk id="74" creationId="{00000000-0000-0000-0000-000000000000}"/>
          </ac:spMkLst>
        </pc:spChg>
      </pc:sldChg>
      <pc:sldChg chg="modSp mod modNotes modNotesTx">
        <pc:chgData name="Surya Chinta" userId="41ee6f01-053e-4268-a09b-364f54be2fbe" providerId="ADAL" clId="{E5143D04-8900-4457-BE49-945FECC57414}" dt="2026-10-14T07:14:45.178" v="315"/>
        <pc:sldMkLst>
          <pc:docMk/>
          <pc:sldMk cId="0" sldId="325"/>
        </pc:sldMkLst>
        <pc:spChg chg="mod">
          <ac:chgData name="Surya Chinta" userId="41ee6f01-053e-4268-a09b-364f54be2fbe" providerId="ADAL" clId="{E5143D04-8900-4457-BE49-945FECC57414}" dt="2026-10-13T03:33:30.591" v="198"/>
          <ac:spMkLst>
            <pc:docMk/>
            <pc:sldMk cId="0" sldId="325"/>
            <ac:spMk id="2" creationId="{00000000-0000-0000-0000-000000000000}"/>
          </ac:spMkLst>
        </pc:spChg>
        <pc:spChg chg="mod">
          <ac:chgData name="Surya Chinta" userId="41ee6f01-053e-4268-a09b-364f54be2fbe" providerId="ADAL" clId="{E5143D04-8900-4457-BE49-945FECC57414}" dt="2026-10-13T03:29:48.285" v="190" actId="14100"/>
          <ac:spMkLst>
            <pc:docMk/>
            <pc:sldMk cId="0" sldId="325"/>
            <ac:spMk id="3" creationId="{00000000-0000-0000-0000-000000000000}"/>
          </ac:spMkLst>
        </pc:spChg>
        <pc:spChg chg="mod">
          <ac:chgData name="Surya Chinta" userId="41ee6f01-053e-4268-a09b-364f54be2fbe" providerId="ADAL" clId="{E5143D04-8900-4457-BE49-945FECC57414}" dt="2026-10-14T07:14:16.018" v="314" actId="20577"/>
          <ac:spMkLst>
            <pc:docMk/>
            <pc:sldMk cId="0" sldId="325"/>
            <ac:spMk id="7" creationId="{00000000-0000-0000-0000-000000000000}"/>
          </ac:spMkLst>
        </pc:spChg>
        <pc:spChg chg="mod">
          <ac:chgData name="Surya Chinta" userId="41ee6f01-053e-4268-a09b-364f54be2fbe" providerId="ADAL" clId="{E5143D04-8900-4457-BE49-945FECC57414}" dt="2026-10-14T07:14:45.178" v="315"/>
          <ac:spMkLst>
            <pc:docMk/>
            <pc:sldMk cId="0" sldId="325"/>
            <ac:spMk id="74" creationId="{00000000-0000-0000-0000-000000000000}"/>
          </ac:spMkLst>
        </pc:spChg>
      </pc:sldChg>
      <pc:sldChg chg="modSp modNotesTx">
        <pc:chgData name="Surya Chinta" userId="41ee6f01-053e-4268-a09b-364f54be2fbe" providerId="ADAL" clId="{E5143D04-8900-4457-BE49-945FECC57414}" dt="2026-10-13T04:22:22.021" v="251" actId="6549"/>
        <pc:sldMkLst>
          <pc:docMk/>
          <pc:sldMk cId="0" sldId="326"/>
        </pc:sldMkLst>
        <pc:spChg chg="mod">
          <ac:chgData name="Surya Chinta" userId="41ee6f01-053e-4268-a09b-364f54be2fbe" providerId="ADAL" clId="{E5143D04-8900-4457-BE49-945FECC57414}" dt="2026-10-13T03:34:02.933" v="201"/>
          <ac:spMkLst>
            <pc:docMk/>
            <pc:sldMk cId="0" sldId="326"/>
            <ac:spMk id="2" creationId="{00000000-0000-0000-0000-000000000000}"/>
          </ac:spMkLst>
        </pc:spChg>
        <pc:graphicFrameChg chg="mod">
          <ac:chgData name="Surya Chinta" userId="41ee6f01-053e-4268-a09b-364f54be2fbe" providerId="ADAL" clId="{E5143D04-8900-4457-BE49-945FECC57414}" dt="2026-10-13T03:28:34.048" v="185"/>
          <ac:graphicFrameMkLst>
            <pc:docMk/>
            <pc:sldMk cId="0" sldId="326"/>
            <ac:graphicFrameMk id="42" creationId="{00000000-0000-0000-0000-000000000000}"/>
          </ac:graphicFrameMkLst>
        </pc:graphicFrameChg>
      </pc:sldChg>
      <pc:sldChg chg="modSp add ord setBg modNotes modNotesTx">
        <pc:chgData name="Surya Chinta" userId="41ee6f01-053e-4268-a09b-364f54be2fbe" providerId="ADAL" clId="{E5143D04-8900-4457-BE49-945FECC57414}" dt="2026-10-14T07:16:00.554" v="318"/>
        <pc:sldMkLst>
          <pc:docMk/>
          <pc:sldMk cId="0" sldId="327"/>
        </pc:sldMkLst>
        <pc:spChg chg="mod">
          <ac:chgData name="Surya Chinta" userId="41ee6f01-053e-4268-a09b-364f54be2fbe" providerId="ADAL" clId="{E5143D04-8900-4457-BE49-945FECC57414}" dt="2026-10-13T03:33:41.285" v="199"/>
          <ac:spMkLst>
            <pc:docMk/>
            <pc:sldMk cId="0" sldId="327"/>
            <ac:spMk id="2" creationId="{00000000-0000-0000-0000-000000000000}"/>
          </ac:spMkLst>
        </pc:spChg>
        <pc:spChg chg="mod">
          <ac:chgData name="Surya Chinta" userId="41ee6f01-053e-4268-a09b-364f54be2fbe" providerId="ADAL" clId="{E5143D04-8900-4457-BE49-945FECC57414}" dt="2026-10-13T03:28:34.048" v="185"/>
          <ac:spMkLst>
            <pc:docMk/>
            <pc:sldMk cId="0" sldId="327"/>
            <ac:spMk id="4" creationId="{00000000-0000-0000-0000-000000000000}"/>
          </ac:spMkLst>
        </pc:spChg>
        <pc:spChg chg="mod">
          <ac:chgData name="Surya Chinta" userId="41ee6f01-053e-4268-a09b-364f54be2fbe" providerId="ADAL" clId="{E5143D04-8900-4457-BE49-945FECC57414}" dt="2026-10-13T03:28:34.048" v="185"/>
          <ac:spMkLst>
            <pc:docMk/>
            <pc:sldMk cId="0" sldId="327"/>
            <ac:spMk id="6" creationId="{00000000-0000-0000-0000-000000000000}"/>
          </ac:spMkLst>
        </pc:spChg>
        <pc:spChg chg="mod">
          <ac:chgData name="Surya Chinta" userId="41ee6f01-053e-4268-a09b-364f54be2fbe" providerId="ADAL" clId="{E5143D04-8900-4457-BE49-945FECC57414}" dt="2026-10-13T03:28:34.048" v="185"/>
          <ac:spMkLst>
            <pc:docMk/>
            <pc:sldMk cId="0" sldId="327"/>
            <ac:spMk id="69" creationId="{00000000-0000-0000-0000-000000000000}"/>
          </ac:spMkLst>
        </pc:spChg>
        <pc:spChg chg="mod">
          <ac:chgData name="Surya Chinta" userId="41ee6f01-053e-4268-a09b-364f54be2fbe" providerId="ADAL" clId="{E5143D04-8900-4457-BE49-945FECC57414}" dt="2026-10-13T03:28:34.048" v="185"/>
          <ac:spMkLst>
            <pc:docMk/>
            <pc:sldMk cId="0" sldId="327"/>
            <ac:spMk id="80" creationId="{00000000-0000-0000-0000-000000000000}"/>
          </ac:spMkLst>
        </pc:spChg>
        <pc:spChg chg="mod">
          <ac:chgData name="Surya Chinta" userId="41ee6f01-053e-4268-a09b-364f54be2fbe" providerId="ADAL" clId="{E5143D04-8900-4457-BE49-945FECC57414}" dt="2026-10-13T03:28:34.048" v="185"/>
          <ac:spMkLst>
            <pc:docMk/>
            <pc:sldMk cId="0" sldId="327"/>
            <ac:spMk id="84" creationId="{00000000-0000-0000-0000-000000000000}"/>
          </ac:spMkLst>
        </pc:spChg>
      </pc:sldChg>
      <pc:sldChg chg="modSp add ord setBg modNotes modNotesTx">
        <pc:chgData name="Surya Chinta" userId="41ee6f01-053e-4268-a09b-364f54be2fbe" providerId="ADAL" clId="{E5143D04-8900-4457-BE49-945FECC57414}" dt="2026-10-14T07:16:00.554" v="318"/>
        <pc:sldMkLst>
          <pc:docMk/>
          <pc:sldMk cId="0" sldId="328"/>
        </pc:sldMkLst>
        <pc:spChg chg="mod">
          <ac:chgData name="Surya Chinta" userId="41ee6f01-053e-4268-a09b-364f54be2fbe" providerId="ADAL" clId="{E5143D04-8900-4457-BE49-945FECC57414}" dt="2026-10-13T03:33:52.276" v="200"/>
          <ac:spMkLst>
            <pc:docMk/>
            <pc:sldMk cId="0" sldId="328"/>
            <ac:spMk id="2" creationId="{00000000-0000-0000-0000-000000000000}"/>
          </ac:spMkLst>
        </pc:spChg>
        <pc:spChg chg="mod">
          <ac:chgData name="Surya Chinta" userId="41ee6f01-053e-4268-a09b-364f54be2fbe" providerId="ADAL" clId="{E5143D04-8900-4457-BE49-945FECC57414}" dt="2026-10-13T03:28:34.048" v="185"/>
          <ac:spMkLst>
            <pc:docMk/>
            <pc:sldMk cId="0" sldId="328"/>
            <ac:spMk id="4" creationId="{00000000-0000-0000-0000-000000000000}"/>
          </ac:spMkLst>
        </pc:spChg>
      </pc:sldChg>
      <pc:sldChg chg="modSp mod modNotes modNotesTx">
        <pc:chgData name="Surya Chinta" userId="41ee6f01-053e-4268-a09b-364f54be2fbe" providerId="ADAL" clId="{E5143D04-8900-4457-BE49-945FECC57414}" dt="2026-10-13T10:58:02.892" v="260" actId="1076"/>
        <pc:sldMkLst>
          <pc:docMk/>
          <pc:sldMk cId="0" sldId="329"/>
        </pc:sldMkLst>
        <pc:spChg chg="mod">
          <ac:chgData name="Surya Chinta" userId="41ee6f01-053e-4268-a09b-364f54be2fbe" providerId="ADAL" clId="{E5143D04-8900-4457-BE49-945FECC57414}" dt="2026-10-13T03:22:50.685" v="125"/>
          <ac:spMkLst>
            <pc:docMk/>
            <pc:sldMk cId="0" sldId="329"/>
            <ac:spMk id="2" creationId="{00000000-0000-0000-0000-000000000000}"/>
          </ac:spMkLst>
        </pc:spChg>
        <pc:spChg chg="mod">
          <ac:chgData name="Surya Chinta" userId="41ee6f01-053e-4268-a09b-364f54be2fbe" providerId="ADAL" clId="{E5143D04-8900-4457-BE49-945FECC57414}" dt="2026-10-13T03:23:19.005" v="128" actId="20577"/>
          <ac:spMkLst>
            <pc:docMk/>
            <pc:sldMk cId="0" sldId="329"/>
            <ac:spMk id="4" creationId="{00000000-0000-0000-0000-000000000000}"/>
          </ac:spMkLst>
        </pc:spChg>
        <pc:picChg chg="mod">
          <ac:chgData name="Surya Chinta" userId="41ee6f01-053e-4268-a09b-364f54be2fbe" providerId="ADAL" clId="{E5143D04-8900-4457-BE49-945FECC57414}" dt="2026-10-13T10:58:02.892" v="260" actId="1076"/>
          <ac:picMkLst>
            <pc:docMk/>
            <pc:sldMk cId="0" sldId="329"/>
            <ac:picMk id="28" creationId="{00000000-0000-0000-0000-000000000000}"/>
          </ac:picMkLst>
        </pc:picChg>
      </pc:sldChg>
      <pc:sldChg chg="delSp modSp mod modNotes modNotesTx">
        <pc:chgData name="Surya Chinta" userId="41ee6f01-053e-4268-a09b-364f54be2fbe" providerId="ADAL" clId="{E5143D04-8900-4457-BE49-945FECC57414}" dt="2026-10-14T07:11:16.844" v="300" actId="478"/>
        <pc:sldMkLst>
          <pc:docMk/>
          <pc:sldMk cId="0" sldId="330"/>
        </pc:sldMkLst>
        <pc:spChg chg="mod">
          <ac:chgData name="Surya Chinta" userId="41ee6f01-053e-4268-a09b-364f54be2fbe" providerId="ADAL" clId="{E5143D04-8900-4457-BE49-945FECC57414}" dt="2026-10-13T03:24:18.366" v="130"/>
          <ac:spMkLst>
            <pc:docMk/>
            <pc:sldMk cId="0" sldId="330"/>
            <ac:spMk id="2" creationId="{00000000-0000-0000-0000-000000000000}"/>
          </ac:spMkLst>
        </pc:spChg>
        <pc:spChg chg="mod">
          <ac:chgData name="Surya Chinta" userId="41ee6f01-053e-4268-a09b-364f54be2fbe" providerId="ADAL" clId="{E5143D04-8900-4457-BE49-945FECC57414}" dt="2026-10-13T03:24:23.820" v="131"/>
          <ac:spMkLst>
            <pc:docMk/>
            <pc:sldMk cId="0" sldId="330"/>
            <ac:spMk id="3" creationId="{00000000-0000-0000-0000-000000000000}"/>
          </ac:spMkLst>
        </pc:spChg>
        <pc:spChg chg="mod">
          <ac:chgData name="Surya Chinta" userId="41ee6f01-053e-4268-a09b-364f54be2fbe" providerId="ADAL" clId="{E5143D04-8900-4457-BE49-945FECC57414}" dt="2026-10-13T03:24:34.197" v="133" actId="14100"/>
          <ac:spMkLst>
            <pc:docMk/>
            <pc:sldMk cId="0" sldId="330"/>
            <ac:spMk id="15" creationId="{00000000-0000-0000-0000-000000000000}"/>
          </ac:spMkLst>
        </pc:spChg>
        <pc:spChg chg="mod">
          <ac:chgData name="Surya Chinta" userId="41ee6f01-053e-4268-a09b-364f54be2fbe" providerId="ADAL" clId="{E5143D04-8900-4457-BE49-945FECC57414}" dt="2026-10-13T03:24:45.614" v="144" actId="20577"/>
          <ac:spMkLst>
            <pc:docMk/>
            <pc:sldMk cId="0" sldId="330"/>
            <ac:spMk id="24" creationId="{00000000-0000-0000-0000-000000000000}"/>
          </ac:spMkLst>
        </pc:spChg>
        <pc:spChg chg="mod">
          <ac:chgData name="Surya Chinta" userId="41ee6f01-053e-4268-a09b-364f54be2fbe" providerId="ADAL" clId="{E5143D04-8900-4457-BE49-945FECC57414}" dt="2026-10-13T03:24:51.269" v="151" actId="20577"/>
          <ac:spMkLst>
            <pc:docMk/>
            <pc:sldMk cId="0" sldId="330"/>
            <ac:spMk id="33" creationId="{00000000-0000-0000-0000-000000000000}"/>
          </ac:spMkLst>
        </pc:spChg>
        <pc:spChg chg="mod">
          <ac:chgData name="Surya Chinta" userId="41ee6f01-053e-4268-a09b-364f54be2fbe" providerId="ADAL" clId="{E5143D04-8900-4457-BE49-945FECC57414}" dt="2026-10-13T03:24:55.363" v="158" actId="20577"/>
          <ac:spMkLst>
            <pc:docMk/>
            <pc:sldMk cId="0" sldId="330"/>
            <ac:spMk id="42" creationId="{00000000-0000-0000-0000-000000000000}"/>
          </ac:spMkLst>
        </pc:spChg>
        <pc:spChg chg="mod">
          <ac:chgData name="Surya Chinta" userId="41ee6f01-053e-4268-a09b-364f54be2fbe" providerId="ADAL" clId="{E5143D04-8900-4457-BE49-945FECC57414}" dt="2026-10-13T03:25:01.556" v="165" actId="20577"/>
          <ac:spMkLst>
            <pc:docMk/>
            <pc:sldMk cId="0" sldId="330"/>
            <ac:spMk id="65" creationId="{00000000-0000-0000-0000-000000000000}"/>
          </ac:spMkLst>
        </pc:spChg>
        <pc:spChg chg="del mod">
          <ac:chgData name="Surya Chinta" userId="41ee6f01-053e-4268-a09b-364f54be2fbe" providerId="ADAL" clId="{E5143D04-8900-4457-BE49-945FECC57414}" dt="2026-10-14T07:11:16.844" v="300" actId="478"/>
          <ac:spMkLst>
            <pc:docMk/>
            <pc:sldMk cId="0" sldId="330"/>
            <ac:spMk id="105" creationId="{00000000-0000-0000-0000-000000000000}"/>
          </ac:spMkLst>
        </pc:spChg>
        <pc:spChg chg="mod">
          <ac:chgData name="Surya Chinta" userId="41ee6f01-053e-4268-a09b-364f54be2fbe" providerId="ADAL" clId="{E5143D04-8900-4457-BE49-945FECC57414}" dt="2026-10-13T03:26:45.288" v="166"/>
          <ac:spMkLst>
            <pc:docMk/>
            <pc:sldMk cId="0" sldId="330"/>
            <ac:spMk id="108" creationId="{00000000-0000-0000-0000-000000000000}"/>
          </ac:spMkLst>
        </pc:spChg>
      </pc:sldChg>
      <pc:sldChg chg="modSp modNotes">
        <pc:chgData name="Surya Chinta" userId="41ee6f01-053e-4268-a09b-364f54be2fbe" providerId="ADAL" clId="{E5143D04-8900-4457-BE49-945FECC57414}" dt="2026-10-13T03:28:34.048" v="185"/>
        <pc:sldMkLst>
          <pc:docMk/>
          <pc:sldMk cId="0" sldId="331"/>
        </pc:sldMkLst>
        <pc:spChg chg="mod">
          <ac:chgData name="Surya Chinta" userId="41ee6f01-053e-4268-a09b-364f54be2fbe" providerId="ADAL" clId="{E5143D04-8900-4457-BE49-945FECC57414}" dt="2026-10-13T03:28:34.048" v="185"/>
          <ac:spMkLst>
            <pc:docMk/>
            <pc:sldMk cId="0" sldId="331"/>
            <ac:spMk id="2" creationId="{00000000-0000-0000-0000-000000000000}"/>
          </ac:spMkLst>
        </pc:spChg>
        <pc:spChg chg="mod">
          <ac:chgData name="Surya Chinta" userId="41ee6f01-053e-4268-a09b-364f54be2fbe" providerId="ADAL" clId="{E5143D04-8900-4457-BE49-945FECC57414}" dt="2026-10-13T03:28:34.048" v="185"/>
          <ac:spMkLst>
            <pc:docMk/>
            <pc:sldMk cId="0" sldId="331"/>
            <ac:spMk id="4" creationId="{00000000-0000-0000-0000-000000000000}"/>
          </ac:spMkLst>
        </pc:spChg>
        <pc:spChg chg="mod">
          <ac:chgData name="Surya Chinta" userId="41ee6f01-053e-4268-a09b-364f54be2fbe" providerId="ADAL" clId="{E5143D04-8900-4457-BE49-945FECC57414}" dt="2026-10-13T03:28:34.048" v="185"/>
          <ac:spMkLst>
            <pc:docMk/>
            <pc:sldMk cId="0" sldId="331"/>
            <ac:spMk id="81" creationId="{00000000-0000-0000-0000-000000000000}"/>
          </ac:spMkLst>
        </pc:spChg>
      </pc:sldChg>
      <pc:sldChg chg="modSp modNotes">
        <pc:chgData name="Surya Chinta" userId="41ee6f01-053e-4268-a09b-364f54be2fbe" providerId="ADAL" clId="{E5143D04-8900-4457-BE49-945FECC57414}" dt="2026-10-13T03:28:34.048" v="185"/>
        <pc:sldMkLst>
          <pc:docMk/>
          <pc:sldMk cId="0" sldId="332"/>
        </pc:sldMkLst>
        <pc:spChg chg="mod">
          <ac:chgData name="Surya Chinta" userId="41ee6f01-053e-4268-a09b-364f54be2fbe" providerId="ADAL" clId="{E5143D04-8900-4457-BE49-945FECC57414}" dt="2026-10-13T03:28:34.048" v="185"/>
          <ac:spMkLst>
            <pc:docMk/>
            <pc:sldMk cId="0" sldId="332"/>
            <ac:spMk id="2" creationId="{00000000-0000-0000-0000-000000000000}"/>
          </ac:spMkLst>
        </pc:spChg>
        <pc:spChg chg="mod">
          <ac:chgData name="Surya Chinta" userId="41ee6f01-053e-4268-a09b-364f54be2fbe" providerId="ADAL" clId="{E5143D04-8900-4457-BE49-945FECC57414}" dt="2026-10-13T03:28:34.048" v="185"/>
          <ac:spMkLst>
            <pc:docMk/>
            <pc:sldMk cId="0" sldId="332"/>
            <ac:spMk id="126" creationId="{00000000-0000-0000-0000-000000000000}"/>
          </ac:spMkLst>
        </pc:spChg>
      </pc:sldChg>
      <pc:sldChg chg="modSp mod ord modNotesTx">
        <pc:chgData name="Surya Chinta" userId="41ee6f01-053e-4268-a09b-364f54be2fbe" providerId="ADAL" clId="{E5143D04-8900-4457-BE49-945FECC57414}" dt="2026-10-14T07:13:57.250" v="307"/>
        <pc:sldMkLst>
          <pc:docMk/>
          <pc:sldMk cId="0" sldId="333"/>
        </pc:sldMkLst>
        <pc:spChg chg="mod">
          <ac:chgData name="Surya Chinta" userId="41ee6f01-053e-4268-a09b-364f54be2fbe" providerId="ADAL" clId="{E5143D04-8900-4457-BE49-945FECC57414}" dt="2026-10-13T03:27:27.458" v="167"/>
          <ac:spMkLst>
            <pc:docMk/>
            <pc:sldMk cId="0" sldId="333"/>
            <ac:spMk id="2" creationId="{00000000-0000-0000-0000-000000000000}"/>
          </ac:spMkLst>
        </pc:spChg>
        <pc:spChg chg="mod">
          <ac:chgData name="Surya Chinta" userId="41ee6f01-053e-4268-a09b-364f54be2fbe" providerId="ADAL" clId="{E5143D04-8900-4457-BE49-945FECC57414}" dt="2026-10-13T03:28:16.684" v="183" actId="6549"/>
          <ac:spMkLst>
            <pc:docMk/>
            <pc:sldMk cId="0" sldId="333"/>
            <ac:spMk id="4" creationId="{00000000-0000-0000-0000-000000000000}"/>
          </ac:spMkLst>
        </pc:spChg>
        <pc:spChg chg="mod">
          <ac:chgData name="Surya Chinta" userId="41ee6f01-053e-4268-a09b-364f54be2fbe" providerId="ADAL" clId="{E5143D04-8900-4457-BE49-945FECC57414}" dt="2026-10-13T03:27:37.291" v="168"/>
          <ac:spMkLst>
            <pc:docMk/>
            <pc:sldMk cId="0" sldId="333"/>
            <ac:spMk id="25" creationId="{00000000-0000-0000-0000-000000000000}"/>
          </ac:spMkLst>
        </pc:spChg>
        <pc:spChg chg="mod">
          <ac:chgData name="Surya Chinta" userId="41ee6f01-053e-4268-a09b-364f54be2fbe" providerId="ADAL" clId="{E5143D04-8900-4457-BE49-945FECC57414}" dt="2026-10-13T03:28:34.048" v="185"/>
          <ac:spMkLst>
            <pc:docMk/>
            <pc:sldMk cId="0" sldId="333"/>
            <ac:spMk id="29" creationId="{00000000-0000-0000-0000-000000000000}"/>
          </ac:spMkLst>
        </pc:spChg>
        <pc:spChg chg="mod">
          <ac:chgData name="Surya Chinta" userId="41ee6f01-053e-4268-a09b-364f54be2fbe" providerId="ADAL" clId="{E5143D04-8900-4457-BE49-945FECC57414}" dt="2026-10-13T03:27:39.764" v="169"/>
          <ac:spMkLst>
            <pc:docMk/>
            <pc:sldMk cId="0" sldId="333"/>
            <ac:spMk id="40" creationId="{00000000-0000-0000-0000-000000000000}"/>
          </ac:spMkLst>
        </pc:spChg>
        <pc:spChg chg="mod">
          <ac:chgData name="Surya Chinta" userId="41ee6f01-053e-4268-a09b-364f54be2fbe" providerId="ADAL" clId="{E5143D04-8900-4457-BE49-945FECC57414}" dt="2026-10-13T03:27:41.143" v="170"/>
          <ac:spMkLst>
            <pc:docMk/>
            <pc:sldMk cId="0" sldId="333"/>
            <ac:spMk id="55" creationId="{00000000-0000-0000-0000-000000000000}"/>
          </ac:spMkLst>
        </pc:spChg>
        <pc:spChg chg="mod">
          <ac:chgData name="Surya Chinta" userId="41ee6f01-053e-4268-a09b-364f54be2fbe" providerId="ADAL" clId="{E5143D04-8900-4457-BE49-945FECC57414}" dt="2026-10-13T03:27:43.215" v="171"/>
          <ac:spMkLst>
            <pc:docMk/>
            <pc:sldMk cId="0" sldId="333"/>
            <ac:spMk id="70" creationId="{00000000-0000-0000-0000-000000000000}"/>
          </ac:spMkLst>
        </pc:spChg>
        <pc:spChg chg="mod">
          <ac:chgData name="Surya Chinta" userId="41ee6f01-053e-4268-a09b-364f54be2fbe" providerId="ADAL" clId="{E5143D04-8900-4457-BE49-945FECC57414}" dt="2026-10-13T03:27:45.250" v="172"/>
          <ac:spMkLst>
            <pc:docMk/>
            <pc:sldMk cId="0" sldId="333"/>
            <ac:spMk id="85" creationId="{00000000-0000-0000-0000-000000000000}"/>
          </ac:spMkLst>
        </pc:spChg>
        <pc:spChg chg="mod">
          <ac:chgData name="Surya Chinta" userId="41ee6f01-053e-4268-a09b-364f54be2fbe" providerId="ADAL" clId="{E5143D04-8900-4457-BE49-945FECC57414}" dt="2026-10-13T03:27:59.123" v="177"/>
          <ac:spMkLst>
            <pc:docMk/>
            <pc:sldMk cId="0" sldId="333"/>
            <ac:spMk id="96" creationId="{00000000-0000-0000-0000-000000000000}"/>
          </ac:spMkLst>
        </pc:spChg>
      </pc:sldChg>
      <pc:sldChg chg="modSp ord modNotes modNotesTx">
        <pc:chgData name="Surya Chinta" userId="41ee6f01-053e-4268-a09b-364f54be2fbe" providerId="ADAL" clId="{E5143D04-8900-4457-BE49-945FECC57414}" dt="2026-10-13T12:22:32.091" v="298"/>
        <pc:sldMkLst>
          <pc:docMk/>
          <pc:sldMk cId="0" sldId="334"/>
        </pc:sldMkLst>
        <pc:spChg chg="mod">
          <ac:chgData name="Surya Chinta" userId="41ee6f01-053e-4268-a09b-364f54be2fbe" providerId="ADAL" clId="{E5143D04-8900-4457-BE49-945FECC57414}" dt="2026-10-13T03:34:13.524" v="202"/>
          <ac:spMkLst>
            <pc:docMk/>
            <pc:sldMk cId="0" sldId="334"/>
            <ac:spMk id="2" creationId="{00000000-0000-0000-0000-000000000000}"/>
          </ac:spMkLst>
        </pc:spChg>
        <pc:spChg chg="mod">
          <ac:chgData name="Surya Chinta" userId="41ee6f01-053e-4268-a09b-364f54be2fbe" providerId="ADAL" clId="{E5143D04-8900-4457-BE49-945FECC57414}" dt="2026-10-13T03:28:34.048" v="185"/>
          <ac:spMkLst>
            <pc:docMk/>
            <pc:sldMk cId="0" sldId="334"/>
            <ac:spMk id="3" creationId="{00000000-0000-0000-0000-000000000000}"/>
          </ac:spMkLst>
        </pc:spChg>
        <pc:spChg chg="mod">
          <ac:chgData name="Surya Chinta" userId="41ee6f01-053e-4268-a09b-364f54be2fbe" providerId="ADAL" clId="{E5143D04-8900-4457-BE49-945FECC57414}" dt="2026-10-13T03:28:34.048" v="185"/>
          <ac:spMkLst>
            <pc:docMk/>
            <pc:sldMk cId="0" sldId="334"/>
            <ac:spMk id="4" creationId="{00000000-0000-0000-0000-000000000000}"/>
          </ac:spMkLst>
        </pc:spChg>
        <pc:spChg chg="mod">
          <ac:chgData name="Surya Chinta" userId="41ee6f01-053e-4268-a09b-364f54be2fbe" providerId="ADAL" clId="{E5143D04-8900-4457-BE49-945FECC57414}" dt="2026-10-13T03:28:34.048" v="185"/>
          <ac:spMkLst>
            <pc:docMk/>
            <pc:sldMk cId="0" sldId="334"/>
            <ac:spMk id="20" creationId="{00000000-0000-0000-0000-000000000000}"/>
          </ac:spMkLst>
        </pc:spChg>
        <pc:spChg chg="mod">
          <ac:chgData name="Surya Chinta" userId="41ee6f01-053e-4268-a09b-364f54be2fbe" providerId="ADAL" clId="{E5143D04-8900-4457-BE49-945FECC57414}" dt="2026-10-13T03:30:46.884" v="191"/>
          <ac:spMkLst>
            <pc:docMk/>
            <pc:sldMk cId="0" sldId="334"/>
            <ac:spMk id="25" creationId="{00000000-0000-0000-0000-000000000000}"/>
          </ac:spMkLst>
        </pc:spChg>
        <pc:spChg chg="mod">
          <ac:chgData name="Surya Chinta" userId="41ee6f01-053e-4268-a09b-364f54be2fbe" providerId="ADAL" clId="{E5143D04-8900-4457-BE49-945FECC57414}" dt="2026-10-13T03:28:34.048" v="185"/>
          <ac:spMkLst>
            <pc:docMk/>
            <pc:sldMk cId="0" sldId="334"/>
            <ac:spMk id="30" creationId="{00000000-0000-0000-0000-000000000000}"/>
          </ac:spMkLst>
        </pc:spChg>
        <pc:spChg chg="mod">
          <ac:chgData name="Surya Chinta" userId="41ee6f01-053e-4268-a09b-364f54be2fbe" providerId="ADAL" clId="{E5143D04-8900-4457-BE49-945FECC57414}" dt="2026-10-13T03:28:34.048" v="185"/>
          <ac:spMkLst>
            <pc:docMk/>
            <pc:sldMk cId="0" sldId="334"/>
            <ac:spMk id="37" creationId="{00000000-0000-0000-0000-000000000000}"/>
          </ac:spMkLst>
        </pc:spChg>
        <pc:spChg chg="mod">
          <ac:chgData name="Surya Chinta" userId="41ee6f01-053e-4268-a09b-364f54be2fbe" providerId="ADAL" clId="{E5143D04-8900-4457-BE49-945FECC57414}" dt="2026-10-13T03:28:34.048" v="185"/>
          <ac:spMkLst>
            <pc:docMk/>
            <pc:sldMk cId="0" sldId="334"/>
            <ac:spMk id="51" creationId="{00000000-0000-0000-0000-000000000000}"/>
          </ac:spMkLst>
        </pc:spChg>
        <pc:spChg chg="mod">
          <ac:chgData name="Surya Chinta" userId="41ee6f01-053e-4268-a09b-364f54be2fbe" providerId="ADAL" clId="{E5143D04-8900-4457-BE49-945FECC57414}" dt="2026-10-13T03:28:34.048" v="185"/>
          <ac:spMkLst>
            <pc:docMk/>
            <pc:sldMk cId="0" sldId="334"/>
            <ac:spMk id="64" creationId="{00000000-0000-0000-0000-000000000000}"/>
          </ac:spMkLst>
        </pc:spChg>
        <pc:spChg chg="mod">
          <ac:chgData name="Surya Chinta" userId="41ee6f01-053e-4268-a09b-364f54be2fbe" providerId="ADAL" clId="{E5143D04-8900-4457-BE49-945FECC57414}" dt="2026-10-13T03:28:34.048" v="185"/>
          <ac:spMkLst>
            <pc:docMk/>
            <pc:sldMk cId="0" sldId="334"/>
            <ac:spMk id="73" creationId="{00000000-0000-0000-0000-000000000000}"/>
          </ac:spMkLst>
        </pc:spChg>
      </pc:sldChg>
      <pc:sldChg chg="modSp del mod modNotes">
        <pc:chgData name="Surya Chinta" userId="41ee6f01-053e-4268-a09b-364f54be2fbe" providerId="ADAL" clId="{E5143D04-8900-4457-BE49-945FECC57414}" dt="2026-10-13T03:44:33.827" v="216" actId="47"/>
        <pc:sldMkLst>
          <pc:docMk/>
          <pc:sldMk cId="0" sldId="335"/>
        </pc:sldMkLst>
        <pc:spChg chg="mod">
          <ac:chgData name="Surya Chinta" userId="41ee6f01-053e-4268-a09b-364f54be2fbe" providerId="ADAL" clId="{E5143D04-8900-4457-BE49-945FECC57414}" dt="2026-10-13T03:34:23.697" v="203"/>
          <ac:spMkLst>
            <pc:docMk/>
            <pc:sldMk cId="0" sldId="335"/>
            <ac:spMk id="2" creationId="{00000000-0000-0000-0000-000000000000}"/>
          </ac:spMkLst>
        </pc:spChg>
        <pc:spChg chg="mod">
          <ac:chgData name="Surya Chinta" userId="41ee6f01-053e-4268-a09b-364f54be2fbe" providerId="ADAL" clId="{E5143D04-8900-4457-BE49-945FECC57414}" dt="2026-10-13T03:34:36.102" v="206"/>
          <ac:spMkLst>
            <pc:docMk/>
            <pc:sldMk cId="0" sldId="335"/>
            <ac:spMk id="3" creationId="{00000000-0000-0000-0000-000000000000}"/>
          </ac:spMkLst>
        </pc:spChg>
        <pc:spChg chg="mod">
          <ac:chgData name="Surya Chinta" userId="41ee6f01-053e-4268-a09b-364f54be2fbe" providerId="ADAL" clId="{E5143D04-8900-4457-BE49-945FECC57414}" dt="2026-10-13T03:34:51.317" v="207"/>
          <ac:spMkLst>
            <pc:docMk/>
            <pc:sldMk cId="0" sldId="335"/>
            <ac:spMk id="33" creationId="{00000000-0000-0000-0000-000000000000}"/>
          </ac:spMkLst>
        </pc:spChg>
      </pc:sldChg>
      <pc:sldChg chg="modSp mod modNotes modNotesTx">
        <pc:chgData name="Surya Chinta" userId="41ee6f01-053e-4268-a09b-364f54be2fbe" providerId="ADAL" clId="{E5143D04-8900-4457-BE49-945FECC57414}" dt="2026-10-13T04:22:34.933" v="255" actId="6549"/>
        <pc:sldMkLst>
          <pc:docMk/>
          <pc:sldMk cId="0" sldId="339"/>
        </pc:sldMkLst>
        <pc:spChg chg="mod">
          <ac:chgData name="Surya Chinta" userId="41ee6f01-053e-4268-a09b-364f54be2fbe" providerId="ADAL" clId="{E5143D04-8900-4457-BE49-945FECC57414}" dt="2026-10-13T03:35:26.985" v="208"/>
          <ac:spMkLst>
            <pc:docMk/>
            <pc:sldMk cId="0" sldId="339"/>
            <ac:spMk id="2" creationId="{00000000-0000-0000-0000-000000000000}"/>
          </ac:spMkLst>
        </pc:spChg>
        <pc:spChg chg="mod">
          <ac:chgData name="Surya Chinta" userId="41ee6f01-053e-4268-a09b-364f54be2fbe" providerId="ADAL" clId="{E5143D04-8900-4457-BE49-945FECC57414}" dt="2026-10-13T03:31:47.056" v="193"/>
          <ac:spMkLst>
            <pc:docMk/>
            <pc:sldMk cId="0" sldId="339"/>
            <ac:spMk id="26" creationId="{00000000-0000-0000-0000-000000000000}"/>
          </ac:spMkLst>
        </pc:spChg>
        <pc:spChg chg="mod">
          <ac:chgData name="Surya Chinta" userId="41ee6f01-053e-4268-a09b-364f54be2fbe" providerId="ADAL" clId="{E5143D04-8900-4457-BE49-945FECC57414}" dt="2026-10-13T03:31:41.142" v="192"/>
          <ac:spMkLst>
            <pc:docMk/>
            <pc:sldMk cId="0" sldId="339"/>
            <ac:spMk id="27" creationId="{00000000-0000-0000-0000-000000000000}"/>
          </ac:spMkLst>
        </pc:spChg>
        <pc:spChg chg="mod">
          <ac:chgData name="Surya Chinta" userId="41ee6f01-053e-4268-a09b-364f54be2fbe" providerId="ADAL" clId="{E5143D04-8900-4457-BE49-945FECC57414}" dt="2026-10-13T03:31:57.525" v="195"/>
          <ac:spMkLst>
            <pc:docMk/>
            <pc:sldMk cId="0" sldId="339"/>
            <ac:spMk id="32" creationId="{00000000-0000-0000-0000-000000000000}"/>
          </ac:spMkLst>
        </pc:spChg>
        <pc:spChg chg="mod">
          <ac:chgData name="Surya Chinta" userId="41ee6f01-053e-4268-a09b-364f54be2fbe" providerId="ADAL" clId="{E5143D04-8900-4457-BE49-945FECC57414}" dt="2026-10-13T03:32:04.546" v="196"/>
          <ac:spMkLst>
            <pc:docMk/>
            <pc:sldMk cId="0" sldId="339"/>
            <ac:spMk id="33" creationId="{00000000-0000-0000-0000-000000000000}"/>
          </ac:spMkLst>
        </pc:spChg>
      </pc:sldChg>
      <pc:sldChg chg="modSp">
        <pc:chgData name="Surya Chinta" userId="41ee6f01-053e-4268-a09b-364f54be2fbe" providerId="ADAL" clId="{E5143D04-8900-4457-BE49-945FECC57414}" dt="2026-10-13T03:35:36.466" v="209"/>
        <pc:sldMkLst>
          <pc:docMk/>
          <pc:sldMk cId="0" sldId="340"/>
        </pc:sldMkLst>
        <pc:spChg chg="mod">
          <ac:chgData name="Surya Chinta" userId="41ee6f01-053e-4268-a09b-364f54be2fbe" providerId="ADAL" clId="{E5143D04-8900-4457-BE49-945FECC57414}" dt="2026-10-13T03:35:36.466" v="209"/>
          <ac:spMkLst>
            <pc:docMk/>
            <pc:sldMk cId="0" sldId="340"/>
            <ac:spMk id="2" creationId="{00000000-0000-0000-0000-000000000000}"/>
          </ac:spMkLst>
        </pc:spChg>
        <pc:spChg chg="mod">
          <ac:chgData name="Surya Chinta" userId="41ee6f01-053e-4268-a09b-364f54be2fbe" providerId="ADAL" clId="{E5143D04-8900-4457-BE49-945FECC57414}" dt="2026-10-13T03:28:34.048" v="185"/>
          <ac:spMkLst>
            <pc:docMk/>
            <pc:sldMk cId="0" sldId="340"/>
            <ac:spMk id="4" creationId="{00000000-0000-0000-0000-000000000000}"/>
          </ac:spMkLst>
        </pc:spChg>
        <pc:spChg chg="mod">
          <ac:chgData name="Surya Chinta" userId="41ee6f01-053e-4268-a09b-364f54be2fbe" providerId="ADAL" clId="{E5143D04-8900-4457-BE49-945FECC57414}" dt="2026-10-13T03:28:34.048" v="185"/>
          <ac:spMkLst>
            <pc:docMk/>
            <pc:sldMk cId="0" sldId="340"/>
            <ac:spMk id="26" creationId="{00000000-0000-0000-0000-000000000000}"/>
          </ac:spMkLst>
        </pc:spChg>
        <pc:spChg chg="mod">
          <ac:chgData name="Surya Chinta" userId="41ee6f01-053e-4268-a09b-364f54be2fbe" providerId="ADAL" clId="{E5143D04-8900-4457-BE49-945FECC57414}" dt="2026-10-13T03:28:34.048" v="185"/>
          <ac:spMkLst>
            <pc:docMk/>
            <pc:sldMk cId="0" sldId="340"/>
            <ac:spMk id="88" creationId="{00000000-0000-0000-0000-000000000000}"/>
          </ac:spMkLst>
        </pc:spChg>
      </pc:sldChg>
      <pc:sldChg chg="add modNotesTx">
        <pc:chgData name="Surya Chinta" userId="41ee6f01-053e-4268-a09b-364f54be2fbe" providerId="ADAL" clId="{E5143D04-8900-4457-BE49-945FECC57414}" dt="2026-10-13T04:22:29.093" v="253" actId="6549"/>
        <pc:sldMkLst>
          <pc:docMk/>
          <pc:sldMk cId="2669657146" sldId="341"/>
        </pc:sldMkLst>
      </pc:sldChg>
      <pc:sldChg chg="add del">
        <pc:chgData name="Surya Chinta" userId="41ee6f01-053e-4268-a09b-364f54be2fbe" providerId="ADAL" clId="{E5143D04-8900-4457-BE49-945FECC57414}" dt="2026-10-13T03:44:16.334" v="213"/>
        <pc:sldMkLst>
          <pc:docMk/>
          <pc:sldMk cId="2818508910" sldId="341"/>
        </pc:sldMkLst>
      </pc:sldChg>
      <pc:sldChg chg="add del">
        <pc:chgData name="Surya Chinta" userId="41ee6f01-053e-4268-a09b-364f54be2fbe" providerId="ADAL" clId="{E5143D04-8900-4457-BE49-945FECC57414}" dt="2026-10-13T03:44:14.885" v="212"/>
        <pc:sldMkLst>
          <pc:docMk/>
          <pc:sldMk cId="3003088139" sldId="342"/>
        </pc:sldMkLst>
      </pc:sldChg>
      <pc:sldChg chg="add modNotesTx">
        <pc:chgData name="Surya Chinta" userId="41ee6f01-053e-4268-a09b-364f54be2fbe" providerId="ADAL" clId="{E5143D04-8900-4457-BE49-945FECC57414}" dt="2026-10-13T04:22:32.289" v="254" actId="6549"/>
        <pc:sldMkLst>
          <pc:docMk/>
          <pc:sldMk cId="3993354396" sldId="342"/>
        </pc:sldMkLst>
      </pc:sldChg>
      <pc:sldChg chg="new del">
        <pc:chgData name="Surya Chinta" userId="41ee6f01-053e-4268-a09b-364f54be2fbe" providerId="ADAL" clId="{E5143D04-8900-4457-BE49-945FECC57414}" dt="2026-10-13T04:11:46.664" v="218" actId="47"/>
        <pc:sldMkLst>
          <pc:docMk/>
          <pc:sldMk cId="737576513" sldId="343"/>
        </pc:sldMkLst>
      </pc:sldChg>
      <pc:sldChg chg="add del ord">
        <pc:chgData name="Surya Chinta" userId="41ee6f01-053e-4268-a09b-364f54be2fbe" providerId="ADAL" clId="{E5143D04-8900-4457-BE49-945FECC57414}" dt="2026-10-13T12:06:18.032" v="295" actId="47"/>
        <pc:sldMkLst>
          <pc:docMk/>
          <pc:sldMk cId="3339790584" sldId="343"/>
        </pc:sldMkLst>
      </pc:sldChg>
      <pc:sldChg chg="addSp delSp modSp add del mod">
        <pc:chgData name="Surya Chinta" userId="41ee6f01-053e-4268-a09b-364f54be2fbe" providerId="ADAL" clId="{E5143D04-8900-4457-BE49-945FECC57414}" dt="2026-10-13T04:15:22.525" v="238" actId="47"/>
        <pc:sldMkLst>
          <pc:docMk/>
          <pc:sldMk cId="3892843266" sldId="343"/>
        </pc:sldMkLst>
        <pc:spChg chg="mod">
          <ac:chgData name="Surya Chinta" userId="41ee6f01-053e-4268-a09b-364f54be2fbe" providerId="ADAL" clId="{E5143D04-8900-4457-BE49-945FECC57414}" dt="2026-10-13T04:12:55.407" v="230" actId="20577"/>
          <ac:spMkLst>
            <pc:docMk/>
            <pc:sldMk cId="3892843266" sldId="343"/>
            <ac:spMk id="2" creationId="{E0CE59E0-75BE-9435-6D4B-10DDEFDBC63E}"/>
          </ac:spMkLst>
        </pc:spChg>
        <pc:spChg chg="mod">
          <ac:chgData name="Surya Chinta" userId="41ee6f01-053e-4268-a09b-364f54be2fbe" providerId="ADAL" clId="{E5143D04-8900-4457-BE49-945FECC57414}" dt="2026-10-13T04:12:20.340" v="223" actId="207"/>
          <ac:spMkLst>
            <pc:docMk/>
            <pc:sldMk cId="3892843266" sldId="343"/>
            <ac:spMk id="3" creationId="{599C01BF-5D22-1106-AD67-6E63C9DE218F}"/>
          </ac:spMkLst>
        </pc:spChg>
        <pc:spChg chg="del">
          <ac:chgData name="Surya Chinta" userId="41ee6f01-053e-4268-a09b-364f54be2fbe" providerId="ADAL" clId="{E5143D04-8900-4457-BE49-945FECC57414}" dt="2026-10-13T04:12:00.043" v="220" actId="478"/>
          <ac:spMkLst>
            <pc:docMk/>
            <pc:sldMk cId="3892843266" sldId="343"/>
            <ac:spMk id="31" creationId="{8E183A8A-0725-6582-1943-F79D6A7046D1}"/>
          </ac:spMkLst>
        </pc:spChg>
        <pc:spChg chg="del">
          <ac:chgData name="Surya Chinta" userId="41ee6f01-053e-4268-a09b-364f54be2fbe" providerId="ADAL" clId="{E5143D04-8900-4457-BE49-945FECC57414}" dt="2026-10-13T04:12:00.043" v="220" actId="478"/>
          <ac:spMkLst>
            <pc:docMk/>
            <pc:sldMk cId="3892843266" sldId="343"/>
            <ac:spMk id="38" creationId="{63425C44-364C-C4B7-A2FC-0854385A8062}"/>
          </ac:spMkLst>
        </pc:spChg>
        <pc:spChg chg="del">
          <ac:chgData name="Surya Chinta" userId="41ee6f01-053e-4268-a09b-364f54be2fbe" providerId="ADAL" clId="{E5143D04-8900-4457-BE49-945FECC57414}" dt="2026-10-13T04:12:00.043" v="220" actId="478"/>
          <ac:spMkLst>
            <pc:docMk/>
            <pc:sldMk cId="3892843266" sldId="343"/>
            <ac:spMk id="41" creationId="{71DBD3F2-32CF-76F9-CBED-FD96AAC9137F}"/>
          </ac:spMkLst>
        </pc:spChg>
        <pc:spChg chg="del">
          <ac:chgData name="Surya Chinta" userId="41ee6f01-053e-4268-a09b-364f54be2fbe" providerId="ADAL" clId="{E5143D04-8900-4457-BE49-945FECC57414}" dt="2026-10-13T04:12:00.043" v="220" actId="478"/>
          <ac:spMkLst>
            <pc:docMk/>
            <pc:sldMk cId="3892843266" sldId="343"/>
            <ac:spMk id="46" creationId="{B0C810E7-5B23-8DF3-BF67-17B8277548AC}"/>
          </ac:spMkLst>
        </pc:spChg>
        <pc:spChg chg="del">
          <ac:chgData name="Surya Chinta" userId="41ee6f01-053e-4268-a09b-364f54be2fbe" providerId="ADAL" clId="{E5143D04-8900-4457-BE49-945FECC57414}" dt="2026-10-13T04:12:00.043" v="220" actId="478"/>
          <ac:spMkLst>
            <pc:docMk/>
            <pc:sldMk cId="3892843266" sldId="343"/>
            <ac:spMk id="53" creationId="{A2C8178C-C2E9-A652-8894-2357F0135A01}"/>
          </ac:spMkLst>
        </pc:spChg>
        <pc:spChg chg="del">
          <ac:chgData name="Surya Chinta" userId="41ee6f01-053e-4268-a09b-364f54be2fbe" providerId="ADAL" clId="{E5143D04-8900-4457-BE49-945FECC57414}" dt="2026-10-13T04:12:00.043" v="220" actId="478"/>
          <ac:spMkLst>
            <pc:docMk/>
            <pc:sldMk cId="3892843266" sldId="343"/>
            <ac:spMk id="55" creationId="{BA83F133-902C-1573-908A-16E49462339D}"/>
          </ac:spMkLst>
        </pc:spChg>
        <pc:spChg chg="del">
          <ac:chgData name="Surya Chinta" userId="41ee6f01-053e-4268-a09b-364f54be2fbe" providerId="ADAL" clId="{E5143D04-8900-4457-BE49-945FECC57414}" dt="2026-10-13T04:12:00.043" v="220" actId="478"/>
          <ac:spMkLst>
            <pc:docMk/>
            <pc:sldMk cId="3892843266" sldId="343"/>
            <ac:spMk id="68" creationId="{E0D90BEE-2932-970B-A7EE-EFEC78067453}"/>
          </ac:spMkLst>
        </pc:spChg>
        <pc:spChg chg="del">
          <ac:chgData name="Surya Chinta" userId="41ee6f01-053e-4268-a09b-364f54be2fbe" providerId="ADAL" clId="{E5143D04-8900-4457-BE49-945FECC57414}" dt="2026-10-13T04:12:00.043" v="220" actId="478"/>
          <ac:spMkLst>
            <pc:docMk/>
            <pc:sldMk cId="3892843266" sldId="343"/>
            <ac:spMk id="85" creationId="{AEE79047-C152-0D59-62D1-583DF2B29C2A}"/>
          </ac:spMkLst>
        </pc:spChg>
        <pc:spChg chg="del">
          <ac:chgData name="Surya Chinta" userId="41ee6f01-053e-4268-a09b-364f54be2fbe" providerId="ADAL" clId="{E5143D04-8900-4457-BE49-945FECC57414}" dt="2026-10-13T04:12:00.043" v="220" actId="478"/>
          <ac:spMkLst>
            <pc:docMk/>
            <pc:sldMk cId="3892843266" sldId="343"/>
            <ac:spMk id="91" creationId="{8D978C35-A29B-AAE8-BBD6-E44A4FC5102C}"/>
          </ac:spMkLst>
        </pc:spChg>
        <pc:spChg chg="del">
          <ac:chgData name="Surya Chinta" userId="41ee6f01-053e-4268-a09b-364f54be2fbe" providerId="ADAL" clId="{E5143D04-8900-4457-BE49-945FECC57414}" dt="2026-10-13T04:12:00.043" v="220" actId="478"/>
          <ac:spMkLst>
            <pc:docMk/>
            <pc:sldMk cId="3892843266" sldId="343"/>
            <ac:spMk id="99" creationId="{CA3C0FEA-71D2-2AA4-08CC-E641AF679B3B}"/>
          </ac:spMkLst>
        </pc:spChg>
        <pc:spChg chg="del">
          <ac:chgData name="Surya Chinta" userId="41ee6f01-053e-4268-a09b-364f54be2fbe" providerId="ADAL" clId="{E5143D04-8900-4457-BE49-945FECC57414}" dt="2026-10-13T04:12:01.841" v="221" actId="478"/>
          <ac:spMkLst>
            <pc:docMk/>
            <pc:sldMk cId="3892843266" sldId="343"/>
            <ac:spMk id="108" creationId="{E15381FE-68C1-22AF-4D5D-EDB6C331AF52}"/>
          </ac:spMkLst>
        </pc:spChg>
        <pc:spChg chg="add mod">
          <ac:chgData name="Surya Chinta" userId="41ee6f01-053e-4268-a09b-364f54be2fbe" providerId="ADAL" clId="{E5143D04-8900-4457-BE49-945FECC57414}" dt="2026-10-13T04:13:09.951" v="232" actId="1076"/>
          <ac:spMkLst>
            <pc:docMk/>
            <pc:sldMk cId="3892843266" sldId="343"/>
            <ac:spMk id="118" creationId="{4AF22FC1-5D27-8A16-A53B-FCB9926D906B}"/>
          </ac:spMkLst>
        </pc:spChg>
        <pc:spChg chg="add mod">
          <ac:chgData name="Surya Chinta" userId="41ee6f01-053e-4268-a09b-364f54be2fbe" providerId="ADAL" clId="{E5143D04-8900-4457-BE49-945FECC57414}" dt="2026-10-13T04:13:09.951" v="232" actId="1076"/>
          <ac:spMkLst>
            <pc:docMk/>
            <pc:sldMk cId="3892843266" sldId="343"/>
            <ac:spMk id="132" creationId="{466E524F-AB36-8918-1BE9-480623BB13C2}"/>
          </ac:spMkLst>
        </pc:spChg>
        <pc:spChg chg="add mod">
          <ac:chgData name="Surya Chinta" userId="41ee6f01-053e-4268-a09b-364f54be2fbe" providerId="ADAL" clId="{E5143D04-8900-4457-BE49-945FECC57414}" dt="2026-10-13T04:13:09.951" v="232" actId="1076"/>
          <ac:spMkLst>
            <pc:docMk/>
            <pc:sldMk cId="3892843266" sldId="343"/>
            <ac:spMk id="144" creationId="{EC556DE5-EC56-A467-97D2-D3368DFD65A4}"/>
          </ac:spMkLst>
        </pc:spChg>
        <pc:spChg chg="add mod">
          <ac:chgData name="Surya Chinta" userId="41ee6f01-053e-4268-a09b-364f54be2fbe" providerId="ADAL" clId="{E5143D04-8900-4457-BE49-945FECC57414}" dt="2026-10-13T04:13:09.951" v="232" actId="1076"/>
          <ac:spMkLst>
            <pc:docMk/>
            <pc:sldMk cId="3892843266" sldId="343"/>
            <ac:spMk id="170" creationId="{C5A72FE7-385F-9BB7-3B04-934C4FA758EE}"/>
          </ac:spMkLst>
        </pc:spChg>
        <pc:spChg chg="add mod">
          <ac:chgData name="Surya Chinta" userId="41ee6f01-053e-4268-a09b-364f54be2fbe" providerId="ADAL" clId="{E5143D04-8900-4457-BE49-945FECC57414}" dt="2026-10-13T04:13:09.951" v="232" actId="1076"/>
          <ac:spMkLst>
            <pc:docMk/>
            <pc:sldMk cId="3892843266" sldId="343"/>
            <ac:spMk id="172" creationId="{05B8221B-335C-34EE-460A-A86A4D248370}"/>
          </ac:spMkLst>
        </pc:spChg>
        <pc:spChg chg="add mod">
          <ac:chgData name="Surya Chinta" userId="41ee6f01-053e-4268-a09b-364f54be2fbe" providerId="ADAL" clId="{E5143D04-8900-4457-BE49-945FECC57414}" dt="2026-10-13T04:13:09.951" v="232" actId="1076"/>
          <ac:spMkLst>
            <pc:docMk/>
            <pc:sldMk cId="3892843266" sldId="343"/>
            <ac:spMk id="184" creationId="{202324D7-D099-6EEC-8176-12A508DA3E6B}"/>
          </ac:spMkLst>
        </pc:spChg>
        <pc:spChg chg="add mod">
          <ac:chgData name="Surya Chinta" userId="41ee6f01-053e-4268-a09b-364f54be2fbe" providerId="ADAL" clId="{E5143D04-8900-4457-BE49-945FECC57414}" dt="2026-10-13T04:13:09.951" v="232" actId="1076"/>
          <ac:spMkLst>
            <pc:docMk/>
            <pc:sldMk cId="3892843266" sldId="343"/>
            <ac:spMk id="188" creationId="{3693C6B7-C548-4D11-7D35-47285A407E03}"/>
          </ac:spMkLst>
        </pc:spChg>
        <pc:spChg chg="add mod">
          <ac:chgData name="Surya Chinta" userId="41ee6f01-053e-4268-a09b-364f54be2fbe" providerId="ADAL" clId="{E5143D04-8900-4457-BE49-945FECC57414}" dt="2026-10-13T04:13:09.951" v="232" actId="1076"/>
          <ac:spMkLst>
            <pc:docMk/>
            <pc:sldMk cId="3892843266" sldId="343"/>
            <ac:spMk id="190" creationId="{2128F82A-1AD6-0D43-8F62-A5BE8EB2BA93}"/>
          </ac:spMkLst>
        </pc:spChg>
        <pc:spChg chg="add mod">
          <ac:chgData name="Surya Chinta" userId="41ee6f01-053e-4268-a09b-364f54be2fbe" providerId="ADAL" clId="{E5143D04-8900-4457-BE49-945FECC57414}" dt="2026-10-13T04:13:09.951" v="232" actId="1076"/>
          <ac:spMkLst>
            <pc:docMk/>
            <pc:sldMk cId="3892843266" sldId="343"/>
            <ac:spMk id="192" creationId="{02DFBC2B-0868-6FA4-976D-CD8070FA3135}"/>
          </ac:spMkLst>
        </pc:spChg>
        <pc:spChg chg="add mod">
          <ac:chgData name="Surya Chinta" userId="41ee6f01-053e-4268-a09b-364f54be2fbe" providerId="ADAL" clId="{E5143D04-8900-4457-BE49-945FECC57414}" dt="2026-10-13T04:13:09.951" v="232" actId="1076"/>
          <ac:spMkLst>
            <pc:docMk/>
            <pc:sldMk cId="3892843266" sldId="343"/>
            <ac:spMk id="196" creationId="{56F795E0-33B3-64D3-5797-AE87CDE66C3C}"/>
          </ac:spMkLst>
        </pc:spChg>
      </pc:sldChg>
      <pc:sldChg chg="add ord modNotesTx">
        <pc:chgData name="Surya Chinta" userId="41ee6f01-053e-4268-a09b-364f54be2fbe" providerId="ADAL" clId="{E5143D04-8900-4457-BE49-945FECC57414}" dt="2026-10-13T11:51:43.874" v="285"/>
        <pc:sldMkLst>
          <pc:docMk/>
          <pc:sldMk cId="3269789473" sldId="344"/>
        </pc:sldMkLst>
      </pc:sldChg>
      <pc:sldChg chg="add del setBg">
        <pc:chgData name="Surya Chinta" userId="41ee6f01-053e-4268-a09b-364f54be2fbe" providerId="ADAL" clId="{E5143D04-8900-4457-BE49-945FECC57414}" dt="2026-10-13T04:15:16.367" v="234"/>
        <pc:sldMkLst>
          <pc:docMk/>
          <pc:sldMk cId="3998421934" sldId="344"/>
        </pc:sldMkLst>
      </pc:sldChg>
      <pc:sldChg chg="add ord">
        <pc:chgData name="Surya Chinta" userId="41ee6f01-053e-4268-a09b-364f54be2fbe" providerId="ADAL" clId="{E5143D04-8900-4457-BE49-945FECC57414}" dt="2026-10-13T11:51:39.320" v="283"/>
        <pc:sldMkLst>
          <pc:docMk/>
          <pc:sldMk cId="2510581986" sldId="345"/>
        </pc:sldMkLst>
      </pc:sldChg>
      <pc:sldChg chg="add del setBg">
        <pc:chgData name="Surya Chinta" userId="41ee6f01-053e-4268-a09b-364f54be2fbe" providerId="ADAL" clId="{E5143D04-8900-4457-BE49-945FECC57414}" dt="2026-10-13T11:12:46.491" v="267"/>
        <pc:sldMkLst>
          <pc:docMk/>
          <pc:sldMk cId="2168820613" sldId="346"/>
        </pc:sldMkLst>
      </pc:sldChg>
      <pc:sldChg chg="addSp delSp modSp add mod ord">
        <pc:chgData name="Surya Chinta" userId="41ee6f01-053e-4268-a09b-364f54be2fbe" providerId="ADAL" clId="{E5143D04-8900-4457-BE49-945FECC57414}" dt="2026-10-14T07:13:17.527" v="305"/>
        <pc:sldMkLst>
          <pc:docMk/>
          <pc:sldMk cId="3951767496" sldId="346"/>
        </pc:sldMkLst>
        <pc:spChg chg="add del mod">
          <ac:chgData name="Surya Chinta" userId="41ee6f01-053e-4268-a09b-364f54be2fbe" providerId="ADAL" clId="{E5143D04-8900-4457-BE49-945FECC57414}" dt="2026-10-13T11:13:14.607" v="272"/>
          <ac:spMkLst>
            <pc:docMk/>
            <pc:sldMk cId="3951767496" sldId="346"/>
            <ac:spMk id="79" creationId="{F2B1CF47-0C8F-0E49-D014-4F94A5BE112F}"/>
          </ac:spMkLst>
        </pc:spChg>
        <pc:spChg chg="add del mod">
          <ac:chgData name="Surya Chinta" userId="41ee6f01-053e-4268-a09b-364f54be2fbe" providerId="ADAL" clId="{E5143D04-8900-4457-BE49-945FECC57414}" dt="2026-10-13T11:13:16.074" v="275"/>
          <ac:spMkLst>
            <pc:docMk/>
            <pc:sldMk cId="3951767496" sldId="346"/>
            <ac:spMk id="80" creationId="{7FEC237C-6384-FF6A-D5A3-C979EE5C2DAC}"/>
          </ac:spMkLst>
        </pc:spChg>
      </pc:sldChg>
      <pc:sldChg chg="add ord">
        <pc:chgData name="Surya Chinta" userId="41ee6f01-053e-4268-a09b-364f54be2fbe" providerId="ADAL" clId="{E5143D04-8900-4457-BE49-945FECC57414}" dt="2026-10-13T11:27:13.592" v="281"/>
        <pc:sldMkLst>
          <pc:docMk/>
          <pc:sldMk cId="2660977724" sldId="347"/>
        </pc:sldMkLst>
      </pc:sldChg>
      <pc:sldChg chg="add ord">
        <pc:chgData name="Surya Chinta" userId="41ee6f01-053e-4268-a09b-364f54be2fbe" providerId="ADAL" clId="{E5143D04-8900-4457-BE49-945FECC57414}" dt="2026-10-13T11:55:14.336" v="291"/>
        <pc:sldMkLst>
          <pc:docMk/>
          <pc:sldMk cId="2127672974" sldId="348"/>
        </pc:sldMkLst>
      </pc:sldChg>
      <pc:sldChg chg="add ord">
        <pc:chgData name="Surya Chinta" userId="41ee6f01-053e-4268-a09b-364f54be2fbe" providerId="ADAL" clId="{E5143D04-8900-4457-BE49-945FECC57414}" dt="2026-10-13T11:55:14.336" v="291"/>
        <pc:sldMkLst>
          <pc:docMk/>
          <pc:sldMk cId="1731863554" sldId="349"/>
        </pc:sldMkLst>
      </pc:sldChg>
      <pc:sldChg chg="add ord">
        <pc:chgData name="Surya Chinta" userId="41ee6f01-053e-4268-a09b-364f54be2fbe" providerId="ADAL" clId="{E5143D04-8900-4457-BE49-945FECC57414}" dt="2026-10-13T11:55:14.336" v="291"/>
        <pc:sldMkLst>
          <pc:docMk/>
          <pc:sldMk cId="1526011613" sldId="350"/>
        </pc:sldMkLst>
      </pc:sldChg>
      <pc:sldChg chg="add ord">
        <pc:chgData name="Surya Chinta" userId="41ee6f01-053e-4268-a09b-364f54be2fbe" providerId="ADAL" clId="{E5143D04-8900-4457-BE49-945FECC57414}" dt="2026-10-13T11:55:14.336" v="291"/>
        <pc:sldMkLst>
          <pc:docMk/>
          <pc:sldMk cId="2543986423" sldId="351"/>
        </pc:sldMkLst>
      </pc:sldChg>
      <pc:sldChg chg="add">
        <pc:chgData name="Surya Chinta" userId="41ee6f01-053e-4268-a09b-364f54be2fbe" providerId="ADAL" clId="{E5143D04-8900-4457-BE49-945FECC57414}" dt="2026-10-13T12:06:15.251" v="294"/>
        <pc:sldMkLst>
          <pc:docMk/>
          <pc:sldMk cId="279582318" sldId="352"/>
        </pc:sldMkLst>
      </pc:sldChg>
      <pc:sldChg chg="add del setBg">
        <pc:chgData name="Surya Chinta" userId="41ee6f01-053e-4268-a09b-364f54be2fbe" providerId="ADAL" clId="{E5143D04-8900-4457-BE49-945FECC57414}" dt="2026-10-13T12:06:11.921" v="293"/>
        <pc:sldMkLst>
          <pc:docMk/>
          <pc:sldMk cId="967238637" sldId="352"/>
        </pc:sldMkLst>
      </pc:sldChg>
      <pc:sldChg chg="add">
        <pc:chgData name="Surya Chinta" userId="41ee6f01-053e-4268-a09b-364f54be2fbe" providerId="ADAL" clId="{E5143D04-8900-4457-BE49-945FECC57414}" dt="2026-10-13T12:22:23.052" v="296"/>
        <pc:sldMkLst>
          <pc:docMk/>
          <pc:sldMk cId="815528859" sldId="353"/>
        </pc:sldMkLst>
      </pc:sldChg>
      <pc:sldChg chg="add">
        <pc:chgData name="Surya Chinta" userId="41ee6f01-053e-4268-a09b-364f54be2fbe" providerId="ADAL" clId="{E5143D04-8900-4457-BE49-945FECC57414}" dt="2026-10-14T07:13:00.409" v="303"/>
        <pc:sldMkLst>
          <pc:docMk/>
          <pc:sldMk cId="476873487" sldId="354"/>
        </pc:sldMkLst>
      </pc:sldChg>
      <pc:sldChg chg="add del setBg">
        <pc:chgData name="Surya Chinta" userId="41ee6f01-053e-4268-a09b-364f54be2fbe" providerId="ADAL" clId="{E5143D04-8900-4457-BE49-945FECC57414}" dt="2026-10-14T07:12:57.371" v="302"/>
        <pc:sldMkLst>
          <pc:docMk/>
          <pc:sldMk cId="3194574060" sldId="354"/>
        </pc:sldMkLst>
      </pc:sldChg>
      <pc:sldChg chg="add">
        <pc:chgData name="Surya Chinta" userId="41ee6f01-053e-4268-a09b-364f54be2fbe" providerId="ADAL" clId="{E5143D04-8900-4457-BE49-945FECC57414}" dt="2026-10-14T07:17:09.485" v="319"/>
        <pc:sldMkLst>
          <pc:docMk/>
          <pc:sldMk cId="2560747931" sldId="355"/>
        </pc:sldMkLst>
      </pc:sldChg>
    </pc:docChg>
  </pc:docChgLst>
  <pc:docChgLst>
    <pc:chgData name="Sandeep Kandiraju" userId="73c9edc8-56ca-4b73-b526-6c8c5936bb95" providerId="ADAL" clId="{72C2FB20-06DE-4857-9800-006CD8C248A1}"/>
    <pc:docChg chg="custSel modSld">
      <pc:chgData name="Sandeep Kandiraju" userId="73c9edc8-56ca-4b73-b526-6c8c5936bb95" providerId="ADAL" clId="{72C2FB20-06DE-4857-9800-006CD8C248A1}" dt="2026-10-13T08:50:07.235" v="0" actId="33524"/>
      <pc:docMkLst>
        <pc:docMk/>
      </pc:docMkLst>
      <pc:sldChg chg="modSp mod">
        <pc:chgData name="Sandeep Kandiraju" userId="73c9edc8-56ca-4b73-b526-6c8c5936bb95" providerId="ADAL" clId="{72C2FB20-06DE-4857-9800-006CD8C248A1}" dt="2026-10-13T08:50:07.235" v="0" actId="33524"/>
        <pc:sldMkLst>
          <pc:docMk/>
          <pc:sldMk cId="0" sldId="324"/>
        </pc:sldMkLst>
        <pc:spChg chg="mod">
          <ac:chgData name="Sandeep Kandiraju" userId="73c9edc8-56ca-4b73-b526-6c8c5936bb95" providerId="ADAL" clId="{72C2FB20-06DE-4857-9800-006CD8C248A1}" dt="2026-10-13T08:50:07.235" v="0" actId="33524"/>
          <ac:spMkLst>
            <pc:docMk/>
            <pc:sldMk cId="0" sldId="324"/>
            <ac:spMk id="10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083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Open: this is the agentic healthcare campaign platform. The data is governed in Google Cloud first, AI agents plan and build campaigns on masked data, and only approved patients are released to Marketing Cloud. It is a proposed target state, piloted first on the CHF post-discharge nudge.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From governed data to a tested, approved campaign   (about 3-4 minutes)</a:t>
            </a:r>
          </a:p>
          <a:p/>
          <a:p>
            <a:r>
              <a:t>OPEN</a:t>
            </a:r>
          </a:p>
          <a:p>
            <a:r>
              <a:t>This one slide is the whole platform. Read it top to bottom: first we govern the data in Google Cloud, then a marketer works with AI agents on masked data, and only at the end are approved patients released to Marketing Cloud. Two lines cross the slide; they are the two rules that keep patients safe.</a:t>
            </a:r>
          </a:p>
          <a:p/>
          <a:p>
            <a:r>
              <a:t>BAND 1 · GOVERN THE DATA IN GOOGLE CLOUD</a:t>
            </a:r>
          </a:p>
          <a:p>
            <a:r>
              <a:t>(1) Sources: Epic, athenahealth, ADSI, Strata, Salesforce, Marketing Cloud engagement. Approved datasets only, not the whole estate.</a:t>
            </a:r>
          </a:p>
          <a:p>
            <a:r>
              <a:t>(2) Bronze keeps raw extracts with lineage, under restricted access.</a:t>
            </a:r>
          </a:p>
          <a:p>
            <a:r>
              <a:t>(3) DLP finds the sensitive columns, a Collibra steward approves each classification, policy tags mask the PHI.</a:t>
            </a:r>
          </a:p>
          <a:p>
            <a:r>
              <a:t>(4) Silver standardizes identities, encounters, contacts and consent evidence. It keeps every patient: eligibility is decided per campaign.</a:t>
            </a:r>
          </a:p>
          <a:p>
            <a:r>
              <a:t>(5) Gold B: identity-linked eligibility inputs, restricted services only. (6) Gold A: protected aggregates (heart, maternity, general and more), the only thing agents use.</a:t>
            </a:r>
          </a:p>
          <a:p>
            <a:r>
              <a:t>This is prepared once and kept fresh, instead of rebuilt for every campaign.</a:t>
            </a:r>
          </a:p>
          <a:p/>
          <a:p>
            <a:r>
              <a:t>LINE 1 · TRUST BOUNDARY</a:t>
            </a:r>
          </a:p>
          <a:p>
            <a:r>
              <a:t>Agents have no access to raw patient data. Only Gold A's protected aggregates cross this line.</a:t>
            </a:r>
          </a:p>
          <a:p/>
          <a:p>
            <a:r>
              <a:t>BAND 2 · PROMPT IN CODEX, PLAN, BUILD + TEST</a:t>
            </a:r>
          </a:p>
          <a:p>
            <a:r>
              <a:t>(7) The marketer types in Codex or a business console: "Build a post-discharge follow-up campaign for heart patients."</a:t>
            </a:r>
          </a:p>
          <a:p>
            <a:r>
              <a:t>(8) The Orchestrator, Campaign Strategist and Analytics agents read the knowledge graph and Gold A and size the audience in counts, never names.</a:t>
            </a:r>
          </a:p>
          <a:p>
            <a:r>
              <a:t>(9) G1: the marketer and a clinical reviewer approve the Campaign Opportunity Brief, using masked Tableau dashboards.</a:t>
            </a:r>
          </a:p>
          <a:p>
            <a:r>
              <a:t>(10) The Campaign Design Agent uses Journey Builder to build the journey and data extension, paused.</a:t>
            </a:r>
          </a:p>
          <a:p>
            <a:r>
              <a:t>(11) The Activation Readiness Agent tests with test contacts only, against a catalog of failure modes (consent, STOP, links, quiet hours). Failures go back to 10, at most five times, then to a named owner.</a:t>
            </a:r>
          </a:p>
          <a:p>
            <a:r>
              <a:t>(12) G3: clinical and compliance approve the journey and content when every test passes. It waits, active, with no one in it.</a:t>
            </a:r>
          </a:p>
          <a:p>
            <a:r>
              <a:t>Underneath: the knowledge graph (metadata, never patients), Tableau, the Compliance Guardian, the Measurement Agent and the people who approve.</a:t>
            </a:r>
          </a:p>
          <a:p/>
          <a:p>
            <a:r>
              <a:t>LINE 2 · RECOMMENDATION IS NOT RELEASE</a:t>
            </a:r>
          </a:p>
          <a:p>
            <a:r>
              <a:t>An agent's recommendation is never permission to release data. Everything above is a proposal; release happens only below, through approved services.</a:t>
            </a:r>
          </a:p>
          <a:p/>
          <a:p>
            <a:r>
              <a:t>BAND 3 · RELEASE + SEND</a:t>
            </a:r>
          </a:p>
          <a:p>
            <a:r>
              <a:t>(13) A deterministic eligibility service applies the approved rules to Gold B: no consent, no phone or email, STOP, deceased, duplicates out, each with a reason.</a:t>
            </a:r>
          </a:p>
          <a:p>
            <a:r>
              <a:t>(14) G2: the SME and tech lead review a masked pre-send report. No PHI on screen.</a:t>
            </a:r>
          </a:p>
          <a:p>
            <a:r>
              <a:t>(15) The policy engine and activation gateway check purpose, consent, suppression and minimum fields, record a Compliance Passport, and release only the fields this campaign needs, for this run, time-limited.</a:t>
            </a:r>
          </a:p>
          <a:p>
            <a:r>
              <a:t>(16) Through Data Cloud today, or a direct pull once proven. (17-18) Records land in the data extension and the tested journey starts. (19) Consent, STOP and caps are checked again at send. (20) Measurement against a holdout refreshes Gold A; engagement returns to Bronze.</a:t>
            </a:r>
          </a:p>
          <a:p/>
          <a:p>
            <a:r>
              <a:t>CLOSE</a:t>
            </a:r>
          </a:p>
          <a:p>
            <a:r>
              <a:t>Build and test before data lands, a masked review, minimum fields after two approvals, no raw PHI for agents, steward-approved masking, a retry cap, and re-checks at send: faster campaigns, never the wrong or a no-consent patient.</a:t>
            </a:r>
          </a:p>
          <a:p/>
          <a:p>
            <a:r>
              <a:t>LIKELY QUESTIONS</a:t>
            </a:r>
          </a:p>
          <a:p>
            <a:r>
              <a:t>- Do agents see names? No: Gold A aggregates and counts only. Only the gateway resolves contact details, after G2 and G3.</a:t>
            </a:r>
          </a:p>
          <a:p>
            <a:r>
              <a:t>- Why test first? The data extension starts the journey by itself, so the journey must be ready before records arrive.</a:t>
            </a:r>
          </a:p>
          <a:p>
            <a:r>
              <a:t>- Are we replacing Data Cloud? No: it stays as Path A. Path B only after parity and security sign-off.</a:t>
            </a:r>
          </a:p>
          <a:p>
            <a:r>
              <a:t>- How much faster? No number yet: we measure today's CHF process against a pilot first.</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How we build it   (about 2 minutes)</a:t>
            </a:r>
          </a:p>
          <a:p/>
          <a:p>
            <a:r>
              <a:t>KEY MESSAGE</a:t>
            </a:r>
          </a:p>
          <a:p>
            <a:r>
              <a:t>The 1-20 numbers are the order a campaign runs. We build in a different order: every safeguard exists, and release is proven on synthetic data, before any real patient moves.</a:t>
            </a:r>
          </a:p>
          <a:p/>
          <a:p>
            <a:r>
              <a:t>WALK IT</a:t>
            </a:r>
          </a:p>
          <a:p>
            <a:r>
              <a:t>- Phase 0: confirm what is in Google Cloud and who owns it, map today's CHF campaign, check BAAs and licences, and measure today's process as the baseline.</a:t>
            </a:r>
          </a:p>
          <a:p>
            <a:r>
              <a:t>- Phase 1: the data foundation, boxes 1, 2, 4, 5, 6, synthetic first.</a:t>
            </a:r>
          </a:p>
          <a:p>
            <a:r>
              <a:t>- Phase 2: PHI governance, box 3, overlapping Phase 1. Its exit is a hard gate: zero unauthorized PHI access in security tests before any agent connects.</a:t>
            </a:r>
          </a:p>
          <a:p>
            <a:r>
              <a:t>- Phase 3: the knowledge graph, Tableau and agents on Gold A, boxes 7-9. It can start on synthetic Gold A while Phase 2 finishes.</a:t>
            </a:r>
          </a:p>
          <a:p>
            <a:r>
              <a:t>- Phase 4: build and test the journey with test contacts only, boxes 10-12.</a:t>
            </a:r>
          </a:p>
          <a:p>
            <a:r>
              <a:t>- Phase 5: governed activation, boxes 13-19: Data Cloud first, the direct path only after parity; a pilot on synthetic data, then a small real audience.</a:t>
            </a:r>
          </a:p>
          <a:p>
            <a:r>
              <a:t>- Phase 6: measurement, box 20, compared with the Phase 0 baseline. Only here do we state speed and ROI numbers; then we scale to more campaigns.</a:t>
            </a:r>
          </a:p>
          <a:p/>
          <a:p>
            <a:r>
              <a:t>THREE RULES</a:t>
            </a:r>
          </a:p>
          <a:p>
            <a:r>
              <a:t>Governance before agents. Build and test before release. Data Cloud before direct.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000000"/>
                </a:solidFill>
                <a:latin typeface="Trenda IG Text"/>
              </a:rPr>
              <a:t>‹#›</a:t>
            </a:fld>
            <a:endParaRPr lang="en-US" sz="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olor Title_1">
    <p:bg>
      <p:bgPr>
        <a:solidFill>
          <a:schemeClr val="tx1"/>
        </a:solidFill>
        <a:effectLst/>
      </p:bgPr>
    </p:bg>
    <p:spTree>
      <p:nvGrpSpPr>
        <p:cNvPr id="1" name=""/>
        <p:cNvGrpSpPr/>
        <p:nvPr/>
      </p:nvGrpSpPr>
      <p:grpSpPr>
        <a:xfrm>
          <a:off x="0" y="0"/>
          <a:ext cx="0" cy="0"/>
          <a:chOff x="0" y="0"/>
          <a:chExt cx="0" cy="0"/>
        </a:xfrm>
      </p:grpSpPr>
      <p:pic>
        <p:nvPicPr>
          <p:cNvPr id="17" name="Picture 16" descr="A black background with green and red light&#10;&#10;AI-generated content may be incorrect.">
            <a:extLst>
              <a:ext uri="{FF2B5EF4-FFF2-40B4-BE49-F238E27FC236}">
                <a16:creationId xmlns:a16="http://schemas.microsoft.com/office/drawing/2014/main" id="{FA43BFA5-6845-2522-F411-9ACA730EF22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A74FCF5-3999-08E6-D3A6-80B33E570B1C}"/>
              </a:ext>
            </a:extLst>
          </p:cNvPr>
          <p:cNvSpPr>
            <a:spLocks noGrp="1"/>
          </p:cNvSpPr>
          <p:nvPr>
            <p:ph type="ctrTitle" hasCustomPrompt="1"/>
          </p:nvPr>
        </p:nvSpPr>
        <p:spPr>
          <a:xfrm>
            <a:off x="1524000" y="2456543"/>
            <a:ext cx="9144000" cy="1944914"/>
          </a:xfrm>
          <a:prstGeom prst="rect">
            <a:avLst/>
          </a:prstGeom>
        </p:spPr>
        <p:txBody>
          <a:bodyPr anchor="ctr">
            <a:normAutofit/>
          </a:bodyPr>
          <a:lstStyle>
            <a:lvl1pPr algn="ctr">
              <a:defRPr sz="3600" b="0" i="0" spc="300" baseline="0">
                <a:solidFill>
                  <a:schemeClr val="bg1"/>
                </a:solidFill>
                <a:latin typeface="Trenda IG Text Light" pitchFamily="2" charset="77"/>
              </a:defRPr>
            </a:lvl1pPr>
          </a:lstStyle>
          <a:p>
            <a:r>
              <a:rPr lang="en-US"/>
              <a:t>PRESENTATION TITLE</a:t>
            </a:r>
          </a:p>
        </p:txBody>
      </p:sp>
      <p:sp>
        <p:nvSpPr>
          <p:cNvPr id="29" name="Text Placeholder 22">
            <a:extLst>
              <a:ext uri="{FF2B5EF4-FFF2-40B4-BE49-F238E27FC236}">
                <a16:creationId xmlns:a16="http://schemas.microsoft.com/office/drawing/2014/main" id="{64EA0AE4-7153-AFD1-6C6D-3F14EFEBB2F1}"/>
              </a:ext>
            </a:extLst>
          </p:cNvPr>
          <p:cNvSpPr>
            <a:spLocks noGrp="1"/>
          </p:cNvSpPr>
          <p:nvPr>
            <p:ph type="body" sz="quarter" idx="10" hasCustomPrompt="1"/>
          </p:nvPr>
        </p:nvSpPr>
        <p:spPr>
          <a:xfrm>
            <a:off x="4446587" y="6170595"/>
            <a:ext cx="3298825" cy="250825"/>
          </a:xfrm>
        </p:spPr>
        <p:txBody>
          <a:bodyPr/>
          <a:lstStyle>
            <a:lvl1pPr algn="ctr">
              <a:lnSpc>
                <a:spcPct val="100000"/>
              </a:lnSpc>
              <a:buNone/>
              <a:defRPr kumimoji="0" lang="en-US" sz="1200" b="1" i="0" u="none" strike="noStrike" kern="0" cap="all" spc="300" normalizeH="0" baseline="0" dirty="0">
                <a:ln>
                  <a:noFill/>
                </a:ln>
                <a:solidFill>
                  <a:srgbClr val="FFFFFF"/>
                </a:solidFill>
                <a:effectLst/>
                <a:uLnTx/>
                <a:uFillTx/>
                <a:latin typeface="Trenda IG Text Semibold" pitchFamily="2" charset="77"/>
                <a:ea typeface="Trenda IG Text Semibold" pitchFamily="2" charset="77"/>
                <a:cs typeface="Trenda IG Text Semibold" pitchFamily="2" charset="77"/>
                <a:sym typeface="Trenda IG Display Bold"/>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marL="0" marR="0" lvl="0" indent="0" algn="ctr" defTabSz="412740" rtl="0" eaLnBrk="1" fontAlgn="auto" latinLnBrk="0" hangingPunct="1">
              <a:lnSpc>
                <a:spcPct val="100000"/>
              </a:lnSpc>
              <a:spcBef>
                <a:spcPts val="0"/>
              </a:spcBef>
              <a:spcAft>
                <a:spcPts val="0"/>
              </a:spcAft>
              <a:buClrTx/>
              <a:buSzTx/>
              <a:buFontTx/>
              <a:buNone/>
              <a:tabLst/>
              <a:defRPr/>
            </a:pPr>
            <a:r>
              <a:rPr lang="en-US"/>
              <a:t>00.00.00</a:t>
            </a:r>
          </a:p>
        </p:txBody>
      </p:sp>
      <p:pic>
        <p:nvPicPr>
          <p:cNvPr id="3" name="object 5">
            <a:extLst>
              <a:ext uri="{FF2B5EF4-FFF2-40B4-BE49-F238E27FC236}">
                <a16:creationId xmlns:a16="http://schemas.microsoft.com/office/drawing/2014/main" id="{961F5476-B85D-C3D6-D32E-C43548C30FB4}"/>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087102" y="624974"/>
            <a:ext cx="2017796" cy="594226"/>
          </a:xfrm>
          <a:prstGeom prst="rect">
            <a:avLst/>
          </a:prstGeom>
        </p:spPr>
      </p:pic>
    </p:spTree>
    <p:extLst>
      <p:ext uri="{BB962C8B-B14F-4D97-AF65-F5344CB8AC3E}">
        <p14:creationId xmlns:p14="http://schemas.microsoft.com/office/powerpoint/2010/main" val="119994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Closer_1">
    <p:bg>
      <p:bgPr>
        <a:solidFill>
          <a:srgbClr val="000000"/>
        </a:solidFill>
        <a:effectLst/>
      </p:bgPr>
    </p:bg>
    <p:spTree>
      <p:nvGrpSpPr>
        <p:cNvPr id="1" name=""/>
        <p:cNvGrpSpPr/>
        <p:nvPr/>
      </p:nvGrpSpPr>
      <p:grpSpPr>
        <a:xfrm>
          <a:off x="0" y="0"/>
          <a:ext cx="0" cy="0"/>
          <a:chOff x="0" y="0"/>
          <a:chExt cx="0" cy="0"/>
        </a:xfrm>
      </p:grpSpPr>
      <p:pic>
        <p:nvPicPr>
          <p:cNvPr id="2" name="Picture 1" descr="A picture containing colorfulness, sphere, circle&#10;&#10;Description automatically generated">
            <a:extLst>
              <a:ext uri="{FF2B5EF4-FFF2-40B4-BE49-F238E27FC236}">
                <a16:creationId xmlns:a16="http://schemas.microsoft.com/office/drawing/2014/main" id="{3F2261EA-3E40-78E8-6DB9-2CF8330EA71E}"/>
              </a:ext>
            </a:extLst>
          </p:cNvPr>
          <p:cNvPicPr>
            <a:picLocks noChangeAspect="1"/>
          </p:cNvPicPr>
          <p:nvPr userDrawn="1"/>
        </p:nvPicPr>
        <p:blipFill rotWithShape="1">
          <a:blip r:embed="rId2" cstate="screen">
            <a:alphaModFix amt="57000"/>
            <a:extLst>
              <a:ext uri="{28A0092B-C50C-407E-A947-70E740481C1C}">
                <a14:useLocalDpi xmlns:a14="http://schemas.microsoft.com/office/drawing/2010/main"/>
              </a:ext>
            </a:extLst>
          </a:blip>
          <a:srcRect l="10687" t="15629" r="10376" b="16259"/>
          <a:stretch/>
        </p:blipFill>
        <p:spPr>
          <a:xfrm>
            <a:off x="1893905" y="837211"/>
            <a:ext cx="8404189" cy="4740230"/>
          </a:xfrm>
          <a:prstGeom prst="rect">
            <a:avLst/>
          </a:prstGeom>
        </p:spPr>
      </p:pic>
      <p:sp>
        <p:nvSpPr>
          <p:cNvPr id="9" name="Title 1">
            <a:extLst>
              <a:ext uri="{FF2B5EF4-FFF2-40B4-BE49-F238E27FC236}">
                <a16:creationId xmlns:a16="http://schemas.microsoft.com/office/drawing/2014/main" id="{36A57205-F056-11EF-D0BE-E6A9D06890F5}"/>
              </a:ext>
            </a:extLst>
          </p:cNvPr>
          <p:cNvSpPr txBox="1">
            <a:spLocks/>
          </p:cNvSpPr>
          <p:nvPr userDrawn="1"/>
        </p:nvSpPr>
        <p:spPr>
          <a:xfrm>
            <a:off x="1524000" y="2234869"/>
            <a:ext cx="9144000" cy="1944914"/>
          </a:xfrm>
          <a:prstGeom prst="rect">
            <a:avLst/>
          </a:prstGeom>
        </p:spPr>
        <p:txBody>
          <a:bodyPr vert="horz" lIns="0" tIns="45720" rIns="91440" bIns="45720" rtlCol="0" anchor="ctr">
            <a:normAutofit/>
          </a:bodyPr>
          <a:lstStyle>
            <a:lvl1pPr algn="ctr" defTabSz="914400" rtl="0" eaLnBrk="1" latinLnBrk="0" hangingPunct="1">
              <a:lnSpc>
                <a:spcPct val="90000"/>
              </a:lnSpc>
              <a:spcBef>
                <a:spcPct val="0"/>
              </a:spcBef>
              <a:buNone/>
              <a:defRPr sz="3600" b="0" i="0" kern="1200" spc="300" baseline="0">
                <a:solidFill>
                  <a:schemeClr val="bg1"/>
                </a:solidFill>
                <a:latin typeface="Trenda IG Text Light" pitchFamily="2" charset="77"/>
                <a:ea typeface="+mj-ea"/>
                <a:cs typeface="+mj-cs"/>
              </a:defRPr>
            </a:lvl1pPr>
          </a:lstStyle>
          <a:p>
            <a:r>
              <a:rPr lang="en-US"/>
              <a:t>THANK YOU</a:t>
            </a:r>
          </a:p>
        </p:txBody>
      </p:sp>
      <p:pic>
        <p:nvPicPr>
          <p:cNvPr id="7" name="object 5">
            <a:extLst>
              <a:ext uri="{FF2B5EF4-FFF2-40B4-BE49-F238E27FC236}">
                <a16:creationId xmlns:a16="http://schemas.microsoft.com/office/drawing/2014/main" id="{B82254D8-1D0C-539A-8106-CE7E82B8B278}"/>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454391" y="6082846"/>
            <a:ext cx="1283218" cy="377898"/>
          </a:xfrm>
          <a:prstGeom prst="rect">
            <a:avLst/>
          </a:prstGeom>
        </p:spPr>
      </p:pic>
    </p:spTree>
    <p:extLst>
      <p:ext uri="{BB962C8B-B14F-4D97-AF65-F5344CB8AC3E}">
        <p14:creationId xmlns:p14="http://schemas.microsoft.com/office/powerpoint/2010/main" val="3921798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DEFAULT DARK">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FFFFFF"/>
                </a:solidFill>
                <a:latin typeface="Trenda IG Text"/>
              </a:rPr>
              <a:t>‹#›</a:t>
            </a:fld>
            <a:endParaRPr lang="en-US" sz="800"/>
          </a:p>
        </p:txBody>
      </p:sp>
    </p:spTree>
    <p:extLst>
      <p:ext uri="{BB962C8B-B14F-4D97-AF65-F5344CB8AC3E}">
        <p14:creationId xmlns:p14="http://schemas.microsoft.com/office/powerpoint/2010/main" val="90801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7659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6263902"/>
      </p:ext>
    </p:extLst>
  </p:cSld>
  <p:clrMap bg1="lt1" tx1="dk1" bg2="lt2" tx2="dk2" accent1="accent1" accent2="accent2" accent3="accent3" accent4="accent4" accent5="accent5" accent6="accent6" hlink="hlink" folHlink="folHlink"/>
  <p:sldLayoutIdLst>
    <p:sldLayoutId id="2147483654"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13F73-3666-1A07-330F-9A2C3C587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92DF6-3BED-B26E-DE34-1D5A049BE760}"/>
              </a:ext>
            </a:extLst>
          </p:cNvPr>
          <p:cNvSpPr>
            <a:spLocks noGrp="1"/>
          </p:cNvSpPr>
          <p:nvPr>
            <p:ph type="ctrTitle"/>
          </p:nvPr>
        </p:nvSpPr>
        <p:spPr>
          <a:xfrm>
            <a:off x="1524000" y="2280697"/>
            <a:ext cx="9144000" cy="1944914"/>
          </a:xfrm>
        </p:spPr>
        <p:txBody>
          <a:bodyPr>
            <a:normAutofit/>
          </a:bodyPr>
          <a:lstStyle/>
          <a:p>
            <a:r>
              <a:rPr lang="en-US" sz="4200" cap="all">
                <a:latin typeface="Trenda IG Text Semibold"/>
              </a:rPr>
              <a:t>Agentic Healthcare Campaign Platform</a:t>
            </a:r>
          </a:p>
        </p:txBody>
      </p:sp>
      <p:sp>
        <p:nvSpPr>
          <p:cNvPr id="4" name="TextBox 3">
            <a:extLst>
              <a:ext uri="{FF2B5EF4-FFF2-40B4-BE49-F238E27FC236}">
                <a16:creationId xmlns:a16="http://schemas.microsoft.com/office/drawing/2014/main" id="{27B0F168-5E5A-3735-9E34-EBDE8E9EED6F}"/>
              </a:ext>
            </a:extLst>
          </p:cNvPr>
          <p:cNvSpPr txBox="1"/>
          <p:nvPr/>
        </p:nvSpPr>
        <p:spPr>
          <a:xfrm>
            <a:off x="6262577" y="808074"/>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5" name="TextBox 4">
            <a:extLst>
              <a:ext uri="{FF2B5EF4-FFF2-40B4-BE49-F238E27FC236}">
                <a16:creationId xmlns:a16="http://schemas.microsoft.com/office/drawing/2014/main" id="{CDA12450-C297-F7FD-B30B-8A82ACAEAB49}"/>
              </a:ext>
            </a:extLst>
          </p:cNvPr>
          <p:cNvSpPr txBox="1"/>
          <p:nvPr/>
        </p:nvSpPr>
        <p:spPr>
          <a:xfrm>
            <a:off x="11049000" y="6096000"/>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8" name="TextBox 7">
            <a:extLst>
              <a:ext uri="{FF2B5EF4-FFF2-40B4-BE49-F238E27FC236}">
                <a16:creationId xmlns:a16="http://schemas.microsoft.com/office/drawing/2014/main" id="{D6B1835E-2C04-5EC5-9045-B9B64D0E8440}"/>
              </a:ext>
            </a:extLst>
          </p:cNvPr>
          <p:cNvSpPr txBox="1"/>
          <p:nvPr/>
        </p:nvSpPr>
        <p:spPr>
          <a:xfrm>
            <a:off x="2794000" y="4230077"/>
            <a:ext cx="6096000"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a:solidFill>
                  <a:srgbClr val="A6A6A6"/>
                </a:solidFill>
                <a:ea typeface="Calibri"/>
                <a:cs typeface="Calibri"/>
              </a:rPr>
              <a:t>Governed data in Google Cloud, agents on masked data, approved patients released to Marketing Cloud.</a:t>
            </a:r>
          </a:p>
        </p:txBody>
      </p:sp>
      <p:sp>
        <p:nvSpPr>
          <p:cNvPr id="10" name="Text Placeholder 9">
            <a:extLst>
              <a:ext uri="{FF2B5EF4-FFF2-40B4-BE49-F238E27FC236}">
                <a16:creationId xmlns:a16="http://schemas.microsoft.com/office/drawing/2014/main" id="{5619A6B4-A695-D9B3-B0CB-394ABDE7E711}"/>
              </a:ext>
            </a:extLst>
          </p:cNvPr>
          <p:cNvSpPr>
            <a:spLocks noGrp="1"/>
          </p:cNvSpPr>
          <p:nvPr>
            <p:ph type="body" sz="quarter" idx="10"/>
          </p:nvPr>
        </p:nvSpPr>
        <p:spPr/>
        <p:txBody>
          <a:bodyPr/>
          <a:lstStyle/>
          <a:p>
            <a:endParaRPr lang="en-US"/>
          </a:p>
        </p:txBody>
      </p:sp>
      <p:sp>
        <p:nvSpPr>
          <p:cNvPr id="11" name="TextBox 10">
            <a:extLst>
              <a:ext uri="{FF2B5EF4-FFF2-40B4-BE49-F238E27FC236}">
                <a16:creationId xmlns:a16="http://schemas.microsoft.com/office/drawing/2014/main" id="{3CC066D7-8386-587D-D5CA-A9B0917A0A6A}"/>
              </a:ext>
            </a:extLst>
          </p:cNvPr>
          <p:cNvSpPr txBox="1"/>
          <p:nvPr/>
        </p:nvSpPr>
        <p:spPr>
          <a:xfrm>
            <a:off x="3048000" y="1856154"/>
            <a:ext cx="60960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ctr" rtl="0"/>
            <a:r>
              <a:rPr lang="en-US" sz="1500" b="1" spc="400">
                <a:solidFill>
                  <a:srgbClr val="00D6F2"/>
                </a:solidFill>
                <a:latin typeface="Trenda IG Text Semibold"/>
                <a:ea typeface="Calibri"/>
                <a:cs typeface="Calibri"/>
              </a:rPr>
              <a:t>PROPOSED TARGET STATE · FOR REVIEW</a:t>
            </a:r>
          </a:p>
        </p:txBody>
      </p:sp>
    </p:spTree>
    <p:extLst>
      <p:ext uri="{BB962C8B-B14F-4D97-AF65-F5344CB8AC3E}">
        <p14:creationId xmlns:p14="http://schemas.microsoft.com/office/powerpoint/2010/main" val="3603168410"/>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89A0"/>
                </a:solidFill>
                <a:latin typeface="Trenda IG Text"/>
              </a:rPr>
              <a:t>AGENTIC HEALTHCARE CAMPAIGN PLATFORM · END TO END (FOR REVIEW)</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From governed data to a tested, approved campaign</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Read top to bottom: the data is governed in Google Cloud first, then the user prompts in Codex, then approved patients are released to Marketing Cloud.</a:t>
            </a:r>
          </a:p>
        </p:txBody>
      </p:sp>
      <p:sp>
        <p:nvSpPr>
          <p:cNvPr id="5" name="Shape 4"/>
          <p:cNvSpPr/>
          <p:nvPr/>
        </p:nvSpPr>
        <p:spPr>
          <a:xfrm>
            <a:off x="411480" y="1170432"/>
            <a:ext cx="11201400" cy="1207008"/>
          </a:xfrm>
          <a:prstGeom prst="roundRect">
            <a:avLst>
              <a:gd name="adj" fmla="val 2000"/>
            </a:avLst>
          </a:prstGeom>
          <a:solidFill>
            <a:srgbClr val="FFFFFF"/>
          </a:solidFill>
          <a:ln w="1270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hape 5"/>
          <p:cNvSpPr/>
          <p:nvPr/>
        </p:nvSpPr>
        <p:spPr>
          <a:xfrm>
            <a:off x="411480" y="1170432"/>
            <a:ext cx="11201400" cy="237744"/>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googlecloud.png"/>
          <p:cNvPicPr>
            <a:picLocks noChangeAspect="1"/>
          </p:cNvPicPr>
          <p:nvPr/>
        </p:nvPicPr>
        <p:blipFill>
          <a:blip r:embed="rId2"/>
          <a:stretch>
            <a:fillRect/>
          </a:stretch>
        </p:blipFill>
        <p:spPr>
          <a:xfrm>
            <a:off x="484632" y="1197864"/>
            <a:ext cx="182880" cy="182880"/>
          </a:xfrm>
          <a:prstGeom prst="rect">
            <a:avLst/>
          </a:prstGeom>
        </p:spPr>
      </p:pic>
      <p:sp>
        <p:nvSpPr>
          <p:cNvPr id="8" name="Text 6"/>
          <p:cNvSpPr txBox="1"/>
          <p:nvPr/>
        </p:nvSpPr>
        <p:spPr>
          <a:xfrm>
            <a:off x="731520" y="1170432"/>
            <a:ext cx="10744200" cy="237744"/>
          </a:xfrm>
          <a:prstGeom prst="rect">
            <a:avLst/>
          </a:prstGeom>
          <a:noFill/>
        </p:spPr>
        <p:txBody>
          <a:bodyPr wrap="square" lIns="0" rIns="0" tIns="0" bIns="0" anchor="ctr">
            <a:spAutoFit/>
          </a:bodyPr>
          <a:lstStyle/>
          <a:p>
            <a:pPr algn="r"/>
            <a:r>
              <a:rPr sz="640" b="1" i="0" spc="100">
                <a:solidFill>
                  <a:srgbClr val="FFFFFE"/>
                </a:solidFill>
                <a:latin typeface="Trenda IG Text"/>
              </a:rPr>
              <a:t>1  GOVERN THE DATA IN GOOGLE CLOUD</a:t>
            </a:r>
          </a:p>
        </p:txBody>
      </p:sp>
      <p:sp>
        <p:nvSpPr>
          <p:cNvPr id="9" name="Shape 7"/>
          <p:cNvSpPr/>
          <p:nvPr/>
        </p:nvSpPr>
        <p:spPr>
          <a:xfrm>
            <a:off x="548640" y="1481328"/>
            <a:ext cx="2068372" cy="804672"/>
          </a:xfrm>
          <a:prstGeom prst="roundRect">
            <a:avLst>
              <a:gd name="adj" fmla="val 7000"/>
            </a:avLst>
          </a:prstGeom>
          <a:solidFill>
            <a:srgbClr val="F7F7F7"/>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Shape 8"/>
          <p:cNvSpPr/>
          <p:nvPr/>
        </p:nvSpPr>
        <p:spPr>
          <a:xfrm>
            <a:off x="621792" y="1545336"/>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 9"/>
          <p:cNvSpPr txBox="1"/>
          <p:nvPr/>
        </p:nvSpPr>
        <p:spPr>
          <a:xfrm>
            <a:off x="621792" y="1545336"/>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1</a:t>
            </a:r>
          </a:p>
        </p:txBody>
      </p:sp>
      <p:pic>
        <p:nvPicPr>
          <p:cNvPr id="12" name="Picture 11" descr="googlecloud.png"/>
          <p:cNvPicPr>
            <a:picLocks noChangeAspect="1"/>
          </p:cNvPicPr>
          <p:nvPr/>
        </p:nvPicPr>
        <p:blipFill>
          <a:blip r:embed="rId2"/>
          <a:stretch>
            <a:fillRect/>
          </a:stretch>
        </p:blipFill>
        <p:spPr>
          <a:xfrm>
            <a:off x="877824" y="1545336"/>
            <a:ext cx="182880" cy="182880"/>
          </a:xfrm>
          <a:prstGeom prst="rect">
            <a:avLst/>
          </a:prstGeom>
        </p:spPr>
      </p:pic>
      <p:sp>
        <p:nvSpPr>
          <p:cNvPr id="13" name="Text 10"/>
          <p:cNvSpPr txBox="1"/>
          <p:nvPr/>
        </p:nvSpPr>
        <p:spPr>
          <a:xfrm>
            <a:off x="1115568" y="1536192"/>
            <a:ext cx="1428292" cy="201168"/>
          </a:xfrm>
          <a:prstGeom prst="rect">
            <a:avLst/>
          </a:prstGeom>
          <a:noFill/>
        </p:spPr>
        <p:txBody>
          <a:bodyPr wrap="square" lIns="0" rIns="0" tIns="0" bIns="0" anchor="ctr">
            <a:spAutoFit/>
          </a:bodyPr>
          <a:lstStyle/>
          <a:p>
            <a:r>
              <a:rPr sz="660" b="1" i="0">
                <a:solidFill>
                  <a:srgbClr val="1A1A1A"/>
                </a:solidFill>
                <a:latin typeface="Trenda IG Text"/>
              </a:rPr>
              <a:t>Sources</a:t>
            </a:r>
          </a:p>
        </p:txBody>
      </p:sp>
      <p:sp>
        <p:nvSpPr>
          <p:cNvPr id="14" name="Text 11"/>
          <p:cNvSpPr txBox="1"/>
          <p:nvPr/>
        </p:nvSpPr>
        <p:spPr>
          <a:xfrm>
            <a:off x="640080" y="1764792"/>
            <a:ext cx="1885492" cy="493776"/>
          </a:xfrm>
          <a:prstGeom prst="rect">
            <a:avLst/>
          </a:prstGeom>
          <a:noFill/>
        </p:spPr>
        <p:txBody>
          <a:bodyPr wrap="square" lIns="0" rIns="0" tIns="0" bIns="0" anchor="t">
            <a:spAutoFit/>
          </a:bodyPr>
          <a:lstStyle/>
          <a:p>
            <a:pPr>
              <a:spcAft>
                <a:spcPts val="100"/>
              </a:spcAft>
            </a:pPr>
            <a:r>
              <a:rPr sz="560" b="0" i="0">
                <a:solidFill>
                  <a:srgbClr val="4D4D4D"/>
                </a:solidFill>
                <a:latin typeface="Trenda IG Text"/>
              </a:rPr>
              <a:t>Epic, athenahealth, ADSI, Strata, SFDC, SFMC engagement. Approved datasets only.</a:t>
            </a:r>
          </a:p>
        </p:txBody>
      </p:sp>
      <p:cxnSp>
        <p:nvCxnSpPr>
          <p:cNvPr id="15" name="Arrow 12"/>
          <p:cNvCxnSpPr/>
          <p:nvPr/>
        </p:nvCxnSpPr>
        <p:spPr>
          <a:xfrm>
            <a:off x="2617012" y="1883664"/>
            <a:ext cx="146304"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Shape 13"/>
          <p:cNvSpPr/>
          <p:nvPr/>
        </p:nvSpPr>
        <p:spPr>
          <a:xfrm>
            <a:off x="2763316" y="1481328"/>
            <a:ext cx="2068372" cy="804672"/>
          </a:xfrm>
          <a:prstGeom prst="roundRect">
            <a:avLst>
              <a:gd name="adj" fmla="val 7000"/>
            </a:avLst>
          </a:prstGeom>
          <a:solidFill>
            <a:srgbClr val="F7F7F7"/>
          </a:solidFill>
          <a:ln w="12700">
            <a:solidFill>
              <a:srgbClr val="A0703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hape 14"/>
          <p:cNvSpPr/>
          <p:nvPr/>
        </p:nvSpPr>
        <p:spPr>
          <a:xfrm>
            <a:off x="2836468" y="1545336"/>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5"/>
          <p:cNvSpPr txBox="1"/>
          <p:nvPr/>
        </p:nvSpPr>
        <p:spPr>
          <a:xfrm>
            <a:off x="2836468" y="1545336"/>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2</a:t>
            </a:r>
          </a:p>
        </p:txBody>
      </p:sp>
      <p:sp>
        <p:nvSpPr>
          <p:cNvPr id="19" name="Text 16"/>
          <p:cNvSpPr txBox="1"/>
          <p:nvPr/>
        </p:nvSpPr>
        <p:spPr>
          <a:xfrm>
            <a:off x="3092500" y="1536192"/>
            <a:ext cx="1666036" cy="201168"/>
          </a:xfrm>
          <a:prstGeom prst="rect">
            <a:avLst/>
          </a:prstGeom>
          <a:noFill/>
        </p:spPr>
        <p:txBody>
          <a:bodyPr wrap="square" lIns="0" rIns="0" tIns="0" bIns="0" anchor="ctr">
            <a:spAutoFit/>
          </a:bodyPr>
          <a:lstStyle/>
          <a:p>
            <a:r>
              <a:rPr sz="660" b="1" i="0">
                <a:solidFill>
                  <a:srgbClr val="1A1A1A"/>
                </a:solidFill>
                <a:latin typeface="Trenda IG Text"/>
              </a:rPr>
              <a:t>Bronze</a:t>
            </a:r>
          </a:p>
        </p:txBody>
      </p:sp>
      <p:sp>
        <p:nvSpPr>
          <p:cNvPr id="20" name="Text 17"/>
          <p:cNvSpPr txBox="1"/>
          <p:nvPr/>
        </p:nvSpPr>
        <p:spPr>
          <a:xfrm>
            <a:off x="2854756" y="1764792"/>
            <a:ext cx="1885492" cy="493776"/>
          </a:xfrm>
          <a:prstGeom prst="rect">
            <a:avLst/>
          </a:prstGeom>
          <a:noFill/>
        </p:spPr>
        <p:txBody>
          <a:bodyPr wrap="square" lIns="0" rIns="0" tIns="0" bIns="0" anchor="t">
            <a:spAutoFit/>
          </a:bodyPr>
          <a:lstStyle/>
          <a:p>
            <a:pPr>
              <a:spcAft>
                <a:spcPts val="100"/>
              </a:spcAft>
            </a:pPr>
            <a:r>
              <a:rPr sz="560" b="0" i="0">
                <a:solidFill>
                  <a:srgbClr val="4D4D4D"/>
                </a:solidFill>
                <a:latin typeface="Trenda IG Text"/>
              </a:rPr>
              <a:t>Approved raw extracts with lineage and timestamps. Restricted access.</a:t>
            </a:r>
          </a:p>
        </p:txBody>
      </p:sp>
      <p:cxnSp>
        <p:nvCxnSpPr>
          <p:cNvPr id="21" name="Arrow 18"/>
          <p:cNvCxnSpPr/>
          <p:nvPr/>
        </p:nvCxnSpPr>
        <p:spPr>
          <a:xfrm>
            <a:off x="4831689" y="1883664"/>
            <a:ext cx="146304"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Shape 19"/>
          <p:cNvSpPr/>
          <p:nvPr/>
        </p:nvSpPr>
        <p:spPr>
          <a:xfrm>
            <a:off x="4977993" y="1481328"/>
            <a:ext cx="2068372" cy="804672"/>
          </a:xfrm>
          <a:prstGeom prst="roundRect">
            <a:avLst>
              <a:gd name="adj" fmla="val 7000"/>
            </a:avLst>
          </a:prstGeom>
          <a:solidFill>
            <a:srgbClr val="FFE6F0"/>
          </a:solidFill>
          <a:ln w="1270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hape 20"/>
          <p:cNvSpPr/>
          <p:nvPr/>
        </p:nvSpPr>
        <p:spPr>
          <a:xfrm>
            <a:off x="5051145" y="1545336"/>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 21"/>
          <p:cNvSpPr txBox="1"/>
          <p:nvPr/>
        </p:nvSpPr>
        <p:spPr>
          <a:xfrm>
            <a:off x="5051145" y="1545336"/>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3</a:t>
            </a:r>
          </a:p>
        </p:txBody>
      </p:sp>
      <p:sp>
        <p:nvSpPr>
          <p:cNvPr id="25" name="Text 22"/>
          <p:cNvSpPr txBox="1"/>
          <p:nvPr/>
        </p:nvSpPr>
        <p:spPr>
          <a:xfrm>
            <a:off x="5307177" y="1536192"/>
            <a:ext cx="1666036" cy="201168"/>
          </a:xfrm>
          <a:prstGeom prst="rect">
            <a:avLst/>
          </a:prstGeom>
          <a:noFill/>
        </p:spPr>
        <p:txBody>
          <a:bodyPr wrap="square" lIns="0" rIns="0" tIns="0" bIns="0" anchor="ctr">
            <a:spAutoFit/>
          </a:bodyPr>
          <a:lstStyle/>
          <a:p>
            <a:r>
              <a:rPr sz="660" b="1" i="0">
                <a:solidFill>
                  <a:srgbClr val="1A1A1A"/>
                </a:solidFill>
                <a:latin typeface="Trenda IG Text"/>
              </a:rPr>
              <a:t>DLP + Collibra</a:t>
            </a:r>
          </a:p>
        </p:txBody>
      </p:sp>
      <p:sp>
        <p:nvSpPr>
          <p:cNvPr id="26" name="Text 23"/>
          <p:cNvSpPr txBox="1"/>
          <p:nvPr/>
        </p:nvSpPr>
        <p:spPr>
          <a:xfrm>
            <a:off x="5069433" y="1764792"/>
            <a:ext cx="1885492" cy="493776"/>
          </a:xfrm>
          <a:prstGeom prst="rect">
            <a:avLst/>
          </a:prstGeom>
          <a:noFill/>
        </p:spPr>
        <p:txBody>
          <a:bodyPr wrap="square" lIns="0" rIns="0" tIns="0" bIns="0" anchor="t">
            <a:spAutoFit/>
          </a:bodyPr>
          <a:lstStyle/>
          <a:p>
            <a:pPr>
              <a:spcAft>
                <a:spcPts val="100"/>
              </a:spcAft>
            </a:pPr>
            <a:r>
              <a:rPr sz="560" b="0" i="0">
                <a:solidFill>
                  <a:srgbClr val="4D4D4D"/>
                </a:solidFill>
                <a:latin typeface="Trenda IG Text"/>
              </a:rPr>
              <a:t>DLP classifies, the Collibra steward approves, policy tags mask PHI.</a:t>
            </a:r>
          </a:p>
        </p:txBody>
      </p:sp>
      <p:cxnSp>
        <p:nvCxnSpPr>
          <p:cNvPr id="27" name="Arrow 24"/>
          <p:cNvCxnSpPr/>
          <p:nvPr/>
        </p:nvCxnSpPr>
        <p:spPr>
          <a:xfrm>
            <a:off x="7046366" y="1883664"/>
            <a:ext cx="146304"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Shape 25"/>
          <p:cNvSpPr/>
          <p:nvPr/>
        </p:nvSpPr>
        <p:spPr>
          <a:xfrm>
            <a:off x="7192670" y="1481328"/>
            <a:ext cx="2068372" cy="804672"/>
          </a:xfrm>
          <a:prstGeom prst="roundRect">
            <a:avLst>
              <a:gd name="adj" fmla="val 7000"/>
            </a:avLst>
          </a:prstGeom>
          <a:solidFill>
            <a:srgbClr val="F7F7F7"/>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hape 26"/>
          <p:cNvSpPr/>
          <p:nvPr/>
        </p:nvSpPr>
        <p:spPr>
          <a:xfrm>
            <a:off x="7265822" y="1545336"/>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27"/>
          <p:cNvSpPr txBox="1"/>
          <p:nvPr/>
        </p:nvSpPr>
        <p:spPr>
          <a:xfrm>
            <a:off x="7265822" y="1545336"/>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4</a:t>
            </a:r>
          </a:p>
        </p:txBody>
      </p:sp>
      <p:sp>
        <p:nvSpPr>
          <p:cNvPr id="31" name="Text 28"/>
          <p:cNvSpPr txBox="1"/>
          <p:nvPr/>
        </p:nvSpPr>
        <p:spPr>
          <a:xfrm>
            <a:off x="7521854" y="1536192"/>
            <a:ext cx="1666036" cy="201168"/>
          </a:xfrm>
          <a:prstGeom prst="rect">
            <a:avLst/>
          </a:prstGeom>
          <a:noFill/>
        </p:spPr>
        <p:txBody>
          <a:bodyPr wrap="square" lIns="0" rIns="0" tIns="0" bIns="0" anchor="ctr">
            <a:spAutoFit/>
          </a:bodyPr>
          <a:lstStyle/>
          <a:p>
            <a:r>
              <a:rPr sz="660" b="1" i="0">
                <a:solidFill>
                  <a:srgbClr val="1A1A1A"/>
                </a:solidFill>
                <a:latin typeface="Trenda IG Text"/>
              </a:rPr>
              <a:t>Silver</a:t>
            </a:r>
          </a:p>
        </p:txBody>
      </p:sp>
      <p:sp>
        <p:nvSpPr>
          <p:cNvPr id="32" name="Text 29"/>
          <p:cNvSpPr txBox="1"/>
          <p:nvPr/>
        </p:nvSpPr>
        <p:spPr>
          <a:xfrm>
            <a:off x="7284110" y="1764792"/>
            <a:ext cx="1885492" cy="493776"/>
          </a:xfrm>
          <a:prstGeom prst="rect">
            <a:avLst/>
          </a:prstGeom>
          <a:noFill/>
        </p:spPr>
        <p:txBody>
          <a:bodyPr wrap="square" lIns="0" rIns="0" tIns="0" bIns="0" anchor="t">
            <a:spAutoFit/>
          </a:bodyPr>
          <a:lstStyle/>
          <a:p>
            <a:pPr>
              <a:spcAft>
                <a:spcPts val="100"/>
              </a:spcAft>
            </a:pPr>
            <a:r>
              <a:rPr sz="560" b="0" i="0">
                <a:solidFill>
                  <a:srgbClr val="4D4D4D"/>
                </a:solidFill>
                <a:latin typeface="Trenda IG Text"/>
              </a:rPr>
              <a:t>Validated identities, encounters, contacts, consent evidence. Keeps everyone.</a:t>
            </a:r>
          </a:p>
        </p:txBody>
      </p:sp>
      <p:sp>
        <p:nvSpPr>
          <p:cNvPr id="33" name="Shape 30"/>
          <p:cNvSpPr/>
          <p:nvPr/>
        </p:nvSpPr>
        <p:spPr>
          <a:xfrm>
            <a:off x="9407347" y="1481328"/>
            <a:ext cx="2068372" cy="374904"/>
          </a:xfrm>
          <a:prstGeom prst="roundRect">
            <a:avLst>
              <a:gd name="adj" fmla="val 7000"/>
            </a:avLst>
          </a:prstGeom>
          <a:solidFill>
            <a:srgbClr val="F7F7F7"/>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Shape 31"/>
          <p:cNvSpPr/>
          <p:nvPr/>
        </p:nvSpPr>
        <p:spPr>
          <a:xfrm>
            <a:off x="9480499" y="1545336"/>
            <a:ext cx="201168" cy="20116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 32"/>
          <p:cNvSpPr txBox="1"/>
          <p:nvPr/>
        </p:nvSpPr>
        <p:spPr>
          <a:xfrm>
            <a:off x="9480499" y="1545336"/>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5</a:t>
            </a:r>
          </a:p>
        </p:txBody>
      </p:sp>
      <p:sp>
        <p:nvSpPr>
          <p:cNvPr id="36" name="Text 33"/>
          <p:cNvSpPr txBox="1"/>
          <p:nvPr/>
        </p:nvSpPr>
        <p:spPr>
          <a:xfrm>
            <a:off x="9736531" y="1536192"/>
            <a:ext cx="1666036" cy="201168"/>
          </a:xfrm>
          <a:prstGeom prst="rect">
            <a:avLst/>
          </a:prstGeom>
          <a:noFill/>
        </p:spPr>
        <p:txBody>
          <a:bodyPr wrap="square" lIns="0" rIns="0" tIns="0" bIns="0" anchor="ctr">
            <a:spAutoFit/>
          </a:bodyPr>
          <a:lstStyle/>
          <a:p>
            <a:r>
              <a:rPr sz="620" b="1" i="0">
                <a:solidFill>
                  <a:srgbClr val="1A1A1A"/>
                </a:solidFill>
                <a:latin typeface="Trenda IG Text"/>
              </a:rPr>
              <a:t>Gold B · eligibility</a:t>
            </a:r>
          </a:p>
        </p:txBody>
      </p:sp>
      <p:sp>
        <p:nvSpPr>
          <p:cNvPr id="37" name="Text 34"/>
          <p:cNvSpPr txBox="1"/>
          <p:nvPr/>
        </p:nvSpPr>
        <p:spPr>
          <a:xfrm>
            <a:off x="9498787" y="1764792"/>
            <a:ext cx="1885492" cy="64008"/>
          </a:xfrm>
          <a:prstGeom prst="rect">
            <a:avLst/>
          </a:prstGeom>
          <a:noFill/>
        </p:spPr>
        <p:txBody>
          <a:bodyPr wrap="square" lIns="0" rIns="0" tIns="0" bIns="0" anchor="t">
            <a:spAutoFit/>
          </a:bodyPr>
          <a:lstStyle/>
          <a:p>
            <a:pPr>
              <a:spcAft>
                <a:spcPts val="100"/>
              </a:spcAft>
            </a:pPr>
            <a:r>
              <a:rPr sz="520" b="0" i="0">
                <a:solidFill>
                  <a:srgbClr val="4D4D4D"/>
                </a:solidFill>
                <a:latin typeface="Trenda IG Text"/>
              </a:rPr>
              <a:t>Identity-linked inputs. Restricted services only.</a:t>
            </a:r>
          </a:p>
        </p:txBody>
      </p:sp>
      <p:sp>
        <p:nvSpPr>
          <p:cNvPr id="38" name="Shape 35"/>
          <p:cNvSpPr/>
          <p:nvPr/>
        </p:nvSpPr>
        <p:spPr>
          <a:xfrm>
            <a:off x="9407347" y="1911096"/>
            <a:ext cx="2068372" cy="374904"/>
          </a:xfrm>
          <a:prstGeom prst="roundRect">
            <a:avLst>
              <a:gd name="adj" fmla="val 7000"/>
            </a:avLst>
          </a:prstGeom>
          <a:solidFill>
            <a:srgbClr val="F7F7F7"/>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Shape 36"/>
          <p:cNvSpPr/>
          <p:nvPr/>
        </p:nvSpPr>
        <p:spPr>
          <a:xfrm>
            <a:off x="9480499" y="1975104"/>
            <a:ext cx="201168" cy="20116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 37"/>
          <p:cNvSpPr txBox="1"/>
          <p:nvPr/>
        </p:nvSpPr>
        <p:spPr>
          <a:xfrm>
            <a:off x="9480499" y="1975104"/>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6</a:t>
            </a:r>
          </a:p>
        </p:txBody>
      </p:sp>
      <p:pic>
        <p:nvPicPr>
          <p:cNvPr id="41" name="Picture 40" descr="googlebigquery.png"/>
          <p:cNvPicPr>
            <a:picLocks noChangeAspect="1"/>
          </p:cNvPicPr>
          <p:nvPr/>
        </p:nvPicPr>
        <p:blipFill>
          <a:blip r:embed="rId3"/>
          <a:stretch>
            <a:fillRect/>
          </a:stretch>
        </p:blipFill>
        <p:spPr>
          <a:xfrm>
            <a:off x="9736531" y="1975104"/>
            <a:ext cx="182880" cy="182880"/>
          </a:xfrm>
          <a:prstGeom prst="rect">
            <a:avLst/>
          </a:prstGeom>
        </p:spPr>
      </p:pic>
      <p:sp>
        <p:nvSpPr>
          <p:cNvPr id="42" name="Text 38"/>
          <p:cNvSpPr txBox="1"/>
          <p:nvPr/>
        </p:nvSpPr>
        <p:spPr>
          <a:xfrm>
            <a:off x="9974275" y="1965960"/>
            <a:ext cx="1428292" cy="201168"/>
          </a:xfrm>
          <a:prstGeom prst="rect">
            <a:avLst/>
          </a:prstGeom>
          <a:noFill/>
        </p:spPr>
        <p:txBody>
          <a:bodyPr wrap="square" lIns="0" rIns="0" tIns="0" bIns="0" anchor="ctr">
            <a:spAutoFit/>
          </a:bodyPr>
          <a:lstStyle/>
          <a:p>
            <a:r>
              <a:rPr sz="620" b="1" i="0">
                <a:solidFill>
                  <a:srgbClr val="1A1A1A"/>
                </a:solidFill>
                <a:latin typeface="Trenda IG Text"/>
              </a:rPr>
              <a:t>Gold A · intelligence</a:t>
            </a:r>
          </a:p>
        </p:txBody>
      </p:sp>
      <p:sp>
        <p:nvSpPr>
          <p:cNvPr id="43" name="Text 39"/>
          <p:cNvSpPr txBox="1"/>
          <p:nvPr/>
        </p:nvSpPr>
        <p:spPr>
          <a:xfrm>
            <a:off x="9498787" y="2194560"/>
            <a:ext cx="1885492" cy="64008"/>
          </a:xfrm>
          <a:prstGeom prst="rect">
            <a:avLst/>
          </a:prstGeom>
          <a:noFill/>
        </p:spPr>
        <p:txBody>
          <a:bodyPr wrap="square" lIns="0" rIns="0" tIns="0" bIns="0" anchor="t">
            <a:spAutoFit/>
          </a:bodyPr>
          <a:lstStyle/>
          <a:p>
            <a:pPr>
              <a:spcAft>
                <a:spcPts val="100"/>
              </a:spcAft>
            </a:pPr>
            <a:r>
              <a:rPr sz="520" b="0" i="0">
                <a:solidFill>
                  <a:srgbClr val="4D4D4D"/>
                </a:solidFill>
                <a:latin typeface="Trenda IG Text"/>
              </a:rPr>
              <a:t>Protected aggregates: e.g. Heart · Maternity · General · more.</a:t>
            </a:r>
          </a:p>
        </p:txBody>
      </p:sp>
      <p:cxnSp>
        <p:nvCxnSpPr>
          <p:cNvPr id="44" name="Arrow 40"/>
          <p:cNvCxnSpPr/>
          <p:nvPr/>
        </p:nvCxnSpPr>
        <p:spPr>
          <a:xfrm>
            <a:off x="9261043" y="1668780"/>
            <a:ext cx="146304"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Arrow 41"/>
          <p:cNvCxnSpPr/>
          <p:nvPr/>
        </p:nvCxnSpPr>
        <p:spPr>
          <a:xfrm>
            <a:off x="9261043" y="2098548"/>
            <a:ext cx="146304"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Arrow 42"/>
          <p:cNvCxnSpPr/>
          <p:nvPr/>
        </p:nvCxnSpPr>
        <p:spPr>
          <a:xfrm>
            <a:off x="411480" y="2514600"/>
            <a:ext cx="11201400" cy="0"/>
          </a:xfrm>
          <a:prstGeom prst="line">
            <a:avLst/>
          </a:prstGeom>
          <a:ln w="15875">
            <a:solidFill>
              <a:srgbClr val="FF0069"/>
            </a:solidFill>
            <a:prstDash val="dash"/>
          </a:ln>
        </p:spPr>
        <p:style>
          <a:lnRef idx="2">
            <a:schemeClr val="accent1"/>
          </a:lnRef>
          <a:fillRef idx="0">
            <a:schemeClr val="accent1"/>
          </a:fillRef>
          <a:effectRef idx="1">
            <a:schemeClr val="accent1"/>
          </a:effectRef>
          <a:fontRef idx="minor">
            <a:schemeClr val="tx1"/>
          </a:fontRef>
        </p:style>
      </p:cxnSp>
      <p:sp>
        <p:nvSpPr>
          <p:cNvPr id="47" name="Shape 43"/>
          <p:cNvSpPr/>
          <p:nvPr/>
        </p:nvSpPr>
        <p:spPr>
          <a:xfrm>
            <a:off x="548640" y="2432304"/>
            <a:ext cx="2743200" cy="164592"/>
          </a:xfrm>
          <a:prstGeom prst="roundRect">
            <a:avLst>
              <a:gd name="adj" fmla="val 50000"/>
            </a:avLst>
          </a:prstGeom>
          <a:solidFill>
            <a:srgbClr val="FF0069"/>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44"/>
          <p:cNvSpPr txBox="1"/>
          <p:nvPr/>
        </p:nvSpPr>
        <p:spPr>
          <a:xfrm>
            <a:off x="548640" y="2432304"/>
            <a:ext cx="2743200" cy="164592"/>
          </a:xfrm>
          <a:prstGeom prst="rect">
            <a:avLst/>
          </a:prstGeom>
          <a:noFill/>
        </p:spPr>
        <p:txBody>
          <a:bodyPr wrap="square" lIns="0" rIns="0" tIns="0" bIns="0" anchor="ctr">
            <a:spAutoFit/>
          </a:bodyPr>
          <a:lstStyle/>
          <a:p>
            <a:pPr algn="ctr"/>
            <a:r>
              <a:rPr sz="500" b="1" i="0" spc="80">
                <a:solidFill>
                  <a:srgbClr val="FFFFFE"/>
                </a:solidFill>
                <a:latin typeface="Trenda IG Text"/>
              </a:rPr>
              <a:t>TRUST BOUNDARY · AGENTS: NO RAW-PHI ACCESS</a:t>
            </a:r>
          </a:p>
        </p:txBody>
      </p:sp>
      <p:sp>
        <p:nvSpPr>
          <p:cNvPr id="49" name="Shape 45"/>
          <p:cNvSpPr/>
          <p:nvPr/>
        </p:nvSpPr>
        <p:spPr>
          <a:xfrm>
            <a:off x="411480" y="2651760"/>
            <a:ext cx="11201400" cy="1600200"/>
          </a:xfrm>
          <a:prstGeom prst="roundRect">
            <a:avLst>
              <a:gd name="adj" fmla="val 2000"/>
            </a:avLst>
          </a:prstGeom>
          <a:solidFill>
            <a:srgbClr val="ECE9F5"/>
          </a:solidFill>
          <a:ln w="12700">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Shape 46"/>
          <p:cNvSpPr/>
          <p:nvPr/>
        </p:nvSpPr>
        <p:spPr>
          <a:xfrm>
            <a:off x="411480" y="2651760"/>
            <a:ext cx="11201400" cy="237744"/>
          </a:xfrm>
          <a:prstGeom prst="rect">
            <a:avLst/>
          </a:prstGeom>
          <a:solidFill>
            <a:srgbClr val="8B7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1" name="Picture 50" descr="harness.png"/>
          <p:cNvPicPr>
            <a:picLocks noChangeAspect="1"/>
          </p:cNvPicPr>
          <p:nvPr/>
        </p:nvPicPr>
        <p:blipFill>
          <a:blip r:embed="rId4"/>
          <a:stretch>
            <a:fillRect/>
          </a:stretch>
        </p:blipFill>
        <p:spPr>
          <a:xfrm>
            <a:off x="484632" y="2679191"/>
            <a:ext cx="182880" cy="182880"/>
          </a:xfrm>
          <a:prstGeom prst="rect">
            <a:avLst/>
          </a:prstGeom>
        </p:spPr>
      </p:pic>
      <p:sp>
        <p:nvSpPr>
          <p:cNvPr id="52" name="Text 47"/>
          <p:cNvSpPr txBox="1"/>
          <p:nvPr/>
        </p:nvSpPr>
        <p:spPr>
          <a:xfrm>
            <a:off x="731520" y="2651760"/>
            <a:ext cx="10744200" cy="237744"/>
          </a:xfrm>
          <a:prstGeom prst="rect">
            <a:avLst/>
          </a:prstGeom>
          <a:noFill/>
        </p:spPr>
        <p:txBody>
          <a:bodyPr wrap="square" lIns="0" rIns="0" tIns="0" bIns="0" anchor="ctr">
            <a:spAutoFit/>
          </a:bodyPr>
          <a:lstStyle/>
          <a:p>
            <a:pPr algn="r"/>
            <a:r>
              <a:rPr sz="640" b="1" i="0" spc="100">
                <a:solidFill>
                  <a:srgbClr val="FFFFFE"/>
                </a:solidFill>
                <a:latin typeface="Trenda IG Text"/>
              </a:rPr>
              <a:t>2  PROMPT IN CODEX, PLAN, BUILD + TEST · MASKED DATA ONLY</a:t>
            </a:r>
          </a:p>
        </p:txBody>
      </p:sp>
      <p:sp>
        <p:nvSpPr>
          <p:cNvPr id="53" name="Shape 48"/>
          <p:cNvSpPr/>
          <p:nvPr/>
        </p:nvSpPr>
        <p:spPr>
          <a:xfrm>
            <a:off x="548640" y="2944368"/>
            <a:ext cx="1699259" cy="713232"/>
          </a:xfrm>
          <a:prstGeom prst="roundRect">
            <a:avLst>
              <a:gd name="adj" fmla="val 7000"/>
            </a:avLst>
          </a:prstGeom>
          <a:solidFill>
            <a:srgbClr val="F7F7F7"/>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Shape 49"/>
          <p:cNvSpPr/>
          <p:nvPr/>
        </p:nvSpPr>
        <p:spPr>
          <a:xfrm>
            <a:off x="621792" y="3008375"/>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 50"/>
          <p:cNvSpPr txBox="1"/>
          <p:nvPr/>
        </p:nvSpPr>
        <p:spPr>
          <a:xfrm>
            <a:off x="621792" y="3008375"/>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7</a:t>
            </a:r>
          </a:p>
        </p:txBody>
      </p:sp>
      <p:pic>
        <p:nvPicPr>
          <p:cNvPr id="56" name="Picture 55" descr="openai-white.png"/>
          <p:cNvPicPr>
            <a:picLocks noChangeAspect="1"/>
          </p:cNvPicPr>
          <p:nvPr/>
        </p:nvPicPr>
        <p:blipFill>
          <a:blip r:embed="rId5"/>
          <a:stretch>
            <a:fillRect/>
          </a:stretch>
        </p:blipFill>
        <p:spPr>
          <a:xfrm>
            <a:off x="877824" y="3008375"/>
            <a:ext cx="182880" cy="182880"/>
          </a:xfrm>
          <a:prstGeom prst="rect">
            <a:avLst/>
          </a:prstGeom>
        </p:spPr>
      </p:pic>
      <p:sp>
        <p:nvSpPr>
          <p:cNvPr id="57" name="Text 51"/>
          <p:cNvSpPr txBox="1"/>
          <p:nvPr/>
        </p:nvSpPr>
        <p:spPr>
          <a:xfrm>
            <a:off x="1115568" y="2999232"/>
            <a:ext cx="1059179" cy="201168"/>
          </a:xfrm>
          <a:prstGeom prst="rect">
            <a:avLst/>
          </a:prstGeom>
          <a:noFill/>
        </p:spPr>
        <p:txBody>
          <a:bodyPr wrap="square" lIns="0" rIns="0" tIns="0" bIns="0" anchor="ctr">
            <a:spAutoFit/>
          </a:bodyPr>
          <a:lstStyle/>
          <a:p>
            <a:r>
              <a:rPr sz="640" b="1" i="0">
                <a:solidFill>
                  <a:srgbClr val="1A1A1A"/>
                </a:solidFill>
                <a:latin typeface="Trenda IG Text"/>
              </a:rPr>
              <a:t>Prompt in Codex</a:t>
            </a:r>
          </a:p>
        </p:txBody>
      </p:sp>
      <p:sp>
        <p:nvSpPr>
          <p:cNvPr id="58" name="Text 52"/>
          <p:cNvSpPr txBox="1"/>
          <p:nvPr/>
        </p:nvSpPr>
        <p:spPr>
          <a:xfrm>
            <a:off x="640080" y="3227832"/>
            <a:ext cx="1516380" cy="402336"/>
          </a:xfrm>
          <a:prstGeom prst="rect">
            <a:avLst/>
          </a:prstGeom>
          <a:noFill/>
        </p:spPr>
        <p:txBody>
          <a:bodyPr wrap="square" lIns="0" rIns="0" tIns="0" bIns="0" anchor="t">
            <a:spAutoFit/>
          </a:bodyPr>
          <a:lstStyle/>
          <a:p>
            <a:pPr>
              <a:spcAft>
                <a:spcPts val="100"/>
              </a:spcAft>
            </a:pPr>
            <a:r>
              <a:rPr sz="530" b="0" i="0">
                <a:solidFill>
                  <a:srgbClr val="4D4D4D"/>
                </a:solidFill>
                <a:latin typeface="Trenda IG Text"/>
              </a:rPr>
              <a:t>“Build a post-discharge follow-up campaign for heart patients”. Or the business console.</a:t>
            </a:r>
          </a:p>
        </p:txBody>
      </p:sp>
      <p:sp>
        <p:nvSpPr>
          <p:cNvPr id="59" name="Shape 53"/>
          <p:cNvSpPr/>
          <p:nvPr/>
        </p:nvSpPr>
        <p:spPr>
          <a:xfrm>
            <a:off x="2394204" y="2944368"/>
            <a:ext cx="1699259" cy="713232"/>
          </a:xfrm>
          <a:prstGeom prst="roundRect">
            <a:avLst>
              <a:gd name="adj" fmla="val 7000"/>
            </a:avLst>
          </a:prstGeom>
          <a:solidFill>
            <a:srgbClr val="F7F7F7"/>
          </a:solidFill>
          <a:ln w="12700">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Shape 54"/>
          <p:cNvSpPr/>
          <p:nvPr/>
        </p:nvSpPr>
        <p:spPr>
          <a:xfrm>
            <a:off x="2467356" y="3008375"/>
            <a:ext cx="201168" cy="201168"/>
          </a:xfrm>
          <a:prstGeom prst="ellipse">
            <a:avLst/>
          </a:prstGeom>
          <a:solidFill>
            <a:srgbClr val="8B7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 55"/>
          <p:cNvSpPr txBox="1"/>
          <p:nvPr/>
        </p:nvSpPr>
        <p:spPr>
          <a:xfrm>
            <a:off x="2467356" y="3008375"/>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8</a:t>
            </a:r>
          </a:p>
        </p:txBody>
      </p:sp>
      <p:sp>
        <p:nvSpPr>
          <p:cNvPr id="62" name="Text 56"/>
          <p:cNvSpPr txBox="1"/>
          <p:nvPr/>
        </p:nvSpPr>
        <p:spPr>
          <a:xfrm>
            <a:off x="2723387" y="2999232"/>
            <a:ext cx="1296924" cy="201168"/>
          </a:xfrm>
          <a:prstGeom prst="rect">
            <a:avLst/>
          </a:prstGeom>
          <a:noFill/>
        </p:spPr>
        <p:txBody>
          <a:bodyPr wrap="square" lIns="0" rIns="0" tIns="0" bIns="0" anchor="ctr">
            <a:spAutoFit/>
          </a:bodyPr>
          <a:lstStyle/>
          <a:p>
            <a:r>
              <a:rPr sz="590" b="1" i="0">
                <a:solidFill>
                  <a:srgbClr val="1A1A1A"/>
                </a:solidFill>
                <a:latin typeface="Trenda IG Text"/>
              </a:rPr>
              <a:t>Orchestrator · Strategist · Analytics</a:t>
            </a:r>
          </a:p>
        </p:txBody>
      </p:sp>
      <p:sp>
        <p:nvSpPr>
          <p:cNvPr id="63" name="Text 57"/>
          <p:cNvSpPr txBox="1"/>
          <p:nvPr/>
        </p:nvSpPr>
        <p:spPr>
          <a:xfrm>
            <a:off x="2485644" y="3227832"/>
            <a:ext cx="1516380" cy="402336"/>
          </a:xfrm>
          <a:prstGeom prst="rect">
            <a:avLst/>
          </a:prstGeom>
          <a:noFill/>
        </p:spPr>
        <p:txBody>
          <a:bodyPr wrap="square" lIns="0" rIns="0" tIns="0" bIns="0" anchor="t">
            <a:spAutoFit/>
          </a:bodyPr>
          <a:lstStyle/>
          <a:p>
            <a:pPr>
              <a:spcAft>
                <a:spcPts val="100"/>
              </a:spcAft>
            </a:pPr>
            <a:r>
              <a:rPr sz="540" b="0" i="0">
                <a:solidFill>
                  <a:srgbClr val="4D4D4D"/>
                </a:solidFill>
                <a:latin typeface="Trenda IG Text"/>
              </a:rPr>
              <a:t>Read the graph and Gold A; size the audience as counts.</a:t>
            </a:r>
          </a:p>
        </p:txBody>
      </p:sp>
      <p:sp>
        <p:nvSpPr>
          <p:cNvPr id="64" name="Shape 58"/>
          <p:cNvSpPr/>
          <p:nvPr/>
        </p:nvSpPr>
        <p:spPr>
          <a:xfrm>
            <a:off x="4239768" y="2944368"/>
            <a:ext cx="1699259" cy="713232"/>
          </a:xfrm>
          <a:prstGeom prst="roundRect">
            <a:avLst>
              <a:gd name="adj" fmla="val 8000"/>
            </a:avLst>
          </a:prstGeom>
          <a:solidFill>
            <a:srgbClr val="FFF7CC"/>
          </a:solidFill>
          <a:ln w="1587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Shape 59"/>
          <p:cNvSpPr/>
          <p:nvPr/>
        </p:nvSpPr>
        <p:spPr>
          <a:xfrm>
            <a:off x="4312920" y="3008375"/>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0"/>
          <p:cNvSpPr txBox="1"/>
          <p:nvPr/>
        </p:nvSpPr>
        <p:spPr>
          <a:xfrm>
            <a:off x="4312920" y="3008375"/>
            <a:ext cx="182880" cy="182880"/>
          </a:xfrm>
          <a:prstGeom prst="rect">
            <a:avLst/>
          </a:prstGeom>
          <a:noFill/>
        </p:spPr>
        <p:txBody>
          <a:bodyPr wrap="square" lIns="0" rIns="0" tIns="0" bIns="0" anchor="ctr">
            <a:spAutoFit/>
          </a:bodyPr>
          <a:lstStyle/>
          <a:p>
            <a:pPr algn="ctr"/>
            <a:r>
              <a:rPr sz="660" b="1" i="0">
                <a:solidFill>
                  <a:srgbClr val="000000"/>
                </a:solidFill>
                <a:latin typeface="Trenda IG Text"/>
              </a:rPr>
              <a:t>9</a:t>
            </a:r>
          </a:p>
        </p:txBody>
      </p:sp>
      <p:pic>
        <p:nvPicPr>
          <p:cNvPr id="67" name="Picture 66" descr="people.png"/>
          <p:cNvPicPr>
            <a:picLocks noChangeAspect="1"/>
          </p:cNvPicPr>
          <p:nvPr/>
        </p:nvPicPr>
        <p:blipFill>
          <a:blip r:embed="rId6"/>
          <a:stretch>
            <a:fillRect/>
          </a:stretch>
        </p:blipFill>
        <p:spPr>
          <a:xfrm>
            <a:off x="4541520" y="3008375"/>
            <a:ext cx="164592" cy="164592"/>
          </a:xfrm>
          <a:prstGeom prst="rect">
            <a:avLst/>
          </a:prstGeom>
        </p:spPr>
      </p:pic>
      <p:sp>
        <p:nvSpPr>
          <p:cNvPr id="68" name="Text 61"/>
          <p:cNvSpPr txBox="1"/>
          <p:nvPr/>
        </p:nvSpPr>
        <p:spPr>
          <a:xfrm>
            <a:off x="4751832" y="2980944"/>
            <a:ext cx="766571" cy="219456"/>
          </a:xfrm>
          <a:prstGeom prst="rect">
            <a:avLst/>
          </a:prstGeom>
          <a:noFill/>
        </p:spPr>
        <p:txBody>
          <a:bodyPr wrap="square" lIns="0" rIns="0" tIns="0" bIns="0" anchor="ctr">
            <a:spAutoFit/>
          </a:bodyPr>
          <a:lstStyle/>
          <a:p>
            <a:r>
              <a:rPr sz="680" b="1" i="0">
                <a:solidFill>
                  <a:srgbClr val="1A1A1A"/>
                </a:solidFill>
                <a:latin typeface="Trenda IG Text"/>
              </a:rPr>
              <a:t>Confirm brief</a:t>
            </a:r>
          </a:p>
        </p:txBody>
      </p:sp>
      <p:sp>
        <p:nvSpPr>
          <p:cNvPr id="69" name="Shape 62"/>
          <p:cNvSpPr/>
          <p:nvPr/>
        </p:nvSpPr>
        <p:spPr>
          <a:xfrm>
            <a:off x="5554980" y="3017520"/>
            <a:ext cx="310896" cy="137160"/>
          </a:xfrm>
          <a:prstGeom prst="roundRect">
            <a:avLst>
              <a:gd name="adj" fmla="val 50000"/>
            </a:avLst>
          </a:prstGeom>
          <a:solidFill>
            <a:srgbClr val="FFD700"/>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63"/>
          <p:cNvSpPr txBox="1"/>
          <p:nvPr/>
        </p:nvSpPr>
        <p:spPr>
          <a:xfrm>
            <a:off x="5554980" y="3017520"/>
            <a:ext cx="310896" cy="137160"/>
          </a:xfrm>
          <a:prstGeom prst="rect">
            <a:avLst/>
          </a:prstGeom>
          <a:noFill/>
        </p:spPr>
        <p:txBody>
          <a:bodyPr wrap="square" lIns="0" rIns="0" tIns="0" bIns="0" anchor="ctr">
            <a:spAutoFit/>
          </a:bodyPr>
          <a:lstStyle/>
          <a:p>
            <a:pPr algn="ctr"/>
            <a:r>
              <a:rPr sz="500" b="1" i="0" spc="80">
                <a:solidFill>
                  <a:srgbClr val="000000"/>
                </a:solidFill>
                <a:latin typeface="Trenda IG Text"/>
              </a:rPr>
              <a:t>G1</a:t>
            </a:r>
          </a:p>
        </p:txBody>
      </p:sp>
      <p:sp>
        <p:nvSpPr>
          <p:cNvPr id="71" name="Text 64"/>
          <p:cNvSpPr txBox="1"/>
          <p:nvPr/>
        </p:nvSpPr>
        <p:spPr>
          <a:xfrm>
            <a:off x="4312920" y="3236975"/>
            <a:ext cx="1571244" cy="402336"/>
          </a:xfrm>
          <a:prstGeom prst="rect">
            <a:avLst/>
          </a:prstGeom>
          <a:noFill/>
        </p:spPr>
        <p:txBody>
          <a:bodyPr wrap="square" lIns="0" rIns="0" tIns="0" bIns="0" anchor="t">
            <a:spAutoFit/>
          </a:bodyPr>
          <a:lstStyle/>
          <a:p>
            <a:r>
              <a:rPr sz="520" b="0" i="0">
                <a:solidFill>
                  <a:srgbClr val="4D4D4D"/>
                </a:solidFill>
                <a:latin typeface="Trenda IG Text"/>
              </a:rPr>
              <a:t>Marketer + clinical approve the Campaign Opportunity Brief: size, channel, content plan.</a:t>
            </a:r>
          </a:p>
        </p:txBody>
      </p:sp>
      <p:sp>
        <p:nvSpPr>
          <p:cNvPr id="72" name="Shape 65"/>
          <p:cNvSpPr/>
          <p:nvPr/>
        </p:nvSpPr>
        <p:spPr>
          <a:xfrm>
            <a:off x="6085331" y="2944368"/>
            <a:ext cx="1699259" cy="713232"/>
          </a:xfrm>
          <a:prstGeom prst="roundRect">
            <a:avLst>
              <a:gd name="adj" fmla="val 7000"/>
            </a:avLst>
          </a:prstGeom>
          <a:solidFill>
            <a:srgbClr val="F7F7F7"/>
          </a:solidFill>
          <a:ln w="12700">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Shape 66"/>
          <p:cNvSpPr/>
          <p:nvPr/>
        </p:nvSpPr>
        <p:spPr>
          <a:xfrm>
            <a:off x="6158483" y="3008375"/>
            <a:ext cx="201168" cy="201168"/>
          </a:xfrm>
          <a:prstGeom prst="ellipse">
            <a:avLst/>
          </a:prstGeom>
          <a:solidFill>
            <a:srgbClr val="8B7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67"/>
          <p:cNvSpPr txBox="1"/>
          <p:nvPr/>
        </p:nvSpPr>
        <p:spPr>
          <a:xfrm>
            <a:off x="6158483" y="3008375"/>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10</a:t>
            </a:r>
          </a:p>
        </p:txBody>
      </p:sp>
      <p:sp>
        <p:nvSpPr>
          <p:cNvPr id="75" name="Text 68"/>
          <p:cNvSpPr txBox="1"/>
          <p:nvPr/>
        </p:nvSpPr>
        <p:spPr>
          <a:xfrm>
            <a:off x="6414516" y="2999232"/>
            <a:ext cx="1296923" cy="201168"/>
          </a:xfrm>
          <a:prstGeom prst="rect">
            <a:avLst/>
          </a:prstGeom>
          <a:noFill/>
        </p:spPr>
        <p:txBody>
          <a:bodyPr wrap="square" lIns="0" rIns="0" tIns="0" bIns="0" anchor="ctr">
            <a:spAutoFit/>
          </a:bodyPr>
          <a:lstStyle/>
          <a:p>
            <a:r>
              <a:rPr sz="620" b="1" i="0">
                <a:solidFill>
                  <a:srgbClr val="1A1A1A"/>
                </a:solidFill>
                <a:latin typeface="Trenda IG Text"/>
              </a:rPr>
              <a:t>Campaign Design Agent</a:t>
            </a:r>
          </a:p>
        </p:txBody>
      </p:sp>
      <p:sp>
        <p:nvSpPr>
          <p:cNvPr id="76" name="Text 69"/>
          <p:cNvSpPr txBox="1"/>
          <p:nvPr/>
        </p:nvSpPr>
        <p:spPr>
          <a:xfrm>
            <a:off x="6176771" y="3227832"/>
            <a:ext cx="1516380" cy="402336"/>
          </a:xfrm>
          <a:prstGeom prst="rect">
            <a:avLst/>
          </a:prstGeom>
          <a:noFill/>
        </p:spPr>
        <p:txBody>
          <a:bodyPr wrap="square" lIns="0" rIns="0" tIns="0" bIns="0" anchor="t">
            <a:spAutoFit/>
          </a:bodyPr>
          <a:lstStyle/>
          <a:p>
            <a:pPr>
              <a:spcAft>
                <a:spcPts val="100"/>
              </a:spcAft>
            </a:pPr>
            <a:r>
              <a:rPr sz="520" b="0" i="0">
                <a:solidFill>
                  <a:srgbClr val="4D4D4D"/>
                </a:solidFill>
                <a:latin typeface="Trenda IG Text"/>
              </a:rPr>
              <a:t>Invokes Journey Builder (native); builds the journey and data extension, paused; seeds risks.</a:t>
            </a:r>
          </a:p>
        </p:txBody>
      </p:sp>
      <p:sp>
        <p:nvSpPr>
          <p:cNvPr id="77" name="Shape 70"/>
          <p:cNvSpPr/>
          <p:nvPr/>
        </p:nvSpPr>
        <p:spPr>
          <a:xfrm>
            <a:off x="7930895" y="2944368"/>
            <a:ext cx="1699259" cy="713232"/>
          </a:xfrm>
          <a:prstGeom prst="roundRect">
            <a:avLst>
              <a:gd name="adj" fmla="val 7000"/>
            </a:avLst>
          </a:prstGeom>
          <a:solidFill>
            <a:srgbClr val="EAFBE6"/>
          </a:solidFill>
          <a:ln w="12700">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Shape 71"/>
          <p:cNvSpPr/>
          <p:nvPr/>
        </p:nvSpPr>
        <p:spPr>
          <a:xfrm>
            <a:off x="8004047" y="2999232"/>
            <a:ext cx="201168" cy="201168"/>
          </a:xfrm>
          <a:prstGeom prst="ellipse">
            <a:avLst/>
          </a:prstGeom>
          <a:solidFill>
            <a:srgbClr val="56E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 72"/>
          <p:cNvSpPr txBox="1"/>
          <p:nvPr/>
        </p:nvSpPr>
        <p:spPr>
          <a:xfrm>
            <a:off x="8004047" y="2999232"/>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11</a:t>
            </a:r>
          </a:p>
        </p:txBody>
      </p:sp>
      <p:sp>
        <p:nvSpPr>
          <p:cNvPr id="80" name="Text 73"/>
          <p:cNvSpPr txBox="1"/>
          <p:nvPr/>
        </p:nvSpPr>
        <p:spPr>
          <a:xfrm>
            <a:off x="8260079" y="2980944"/>
            <a:ext cx="1333499" cy="201168"/>
          </a:xfrm>
          <a:prstGeom prst="rect">
            <a:avLst/>
          </a:prstGeom>
          <a:noFill/>
        </p:spPr>
        <p:txBody>
          <a:bodyPr wrap="square" lIns="0" rIns="0" tIns="0" bIns="0" anchor="ctr">
            <a:spAutoFit/>
          </a:bodyPr>
          <a:lstStyle/>
          <a:p>
            <a:r>
              <a:rPr sz="620" b="1" i="0">
                <a:solidFill>
                  <a:srgbClr val="2E8F1C"/>
                </a:solidFill>
                <a:latin typeface="Trenda IG Text"/>
              </a:rPr>
              <a:t>Readiness · testing</a:t>
            </a:r>
          </a:p>
        </p:txBody>
      </p:sp>
      <p:sp>
        <p:nvSpPr>
          <p:cNvPr id="81" name="Text 74"/>
          <p:cNvSpPr txBox="1"/>
          <p:nvPr/>
        </p:nvSpPr>
        <p:spPr>
          <a:xfrm>
            <a:off x="8004047" y="3200400"/>
            <a:ext cx="1571244" cy="438912"/>
          </a:xfrm>
          <a:prstGeom prst="rect">
            <a:avLst/>
          </a:prstGeom>
          <a:noFill/>
        </p:spPr>
        <p:txBody>
          <a:bodyPr wrap="square" lIns="0" rIns="0" tIns="0" bIns="0" anchor="t">
            <a:spAutoFit/>
          </a:bodyPr>
          <a:lstStyle/>
          <a:p>
            <a:r>
              <a:rPr sz="500" b="0" i="0">
                <a:solidFill>
                  <a:srgbClr val="4D4D4D"/>
                </a:solidFill>
                <a:latin typeface="Trenda IG Text"/>
              </a:rPr>
              <a:t>Test contacts only → failure modes (consent, STOP, links, hours) → classify + report. </a:t>
            </a:r>
            <a:r>
              <a:rPr sz="500" b="1" i="0">
                <a:solidFill>
                  <a:srgbClr val="FF0069"/>
                </a:solidFill>
                <a:latin typeface="Trenda IG Text"/>
              </a:rPr>
              <a:t>Failed → 10, max 5, then an owner.</a:t>
            </a:r>
          </a:p>
        </p:txBody>
      </p:sp>
      <p:sp>
        <p:nvSpPr>
          <p:cNvPr id="82" name="Shape 75"/>
          <p:cNvSpPr/>
          <p:nvPr/>
        </p:nvSpPr>
        <p:spPr>
          <a:xfrm>
            <a:off x="9776459" y="2944368"/>
            <a:ext cx="1699259" cy="713232"/>
          </a:xfrm>
          <a:prstGeom prst="roundRect">
            <a:avLst>
              <a:gd name="adj" fmla="val 8000"/>
            </a:avLst>
          </a:prstGeom>
          <a:solidFill>
            <a:srgbClr val="FFF7CC"/>
          </a:solidFill>
          <a:ln w="1587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Shape 76"/>
          <p:cNvSpPr/>
          <p:nvPr/>
        </p:nvSpPr>
        <p:spPr>
          <a:xfrm>
            <a:off x="9849611" y="3008375"/>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 77"/>
          <p:cNvSpPr txBox="1"/>
          <p:nvPr/>
        </p:nvSpPr>
        <p:spPr>
          <a:xfrm>
            <a:off x="9849611" y="3008375"/>
            <a:ext cx="182880" cy="182880"/>
          </a:xfrm>
          <a:prstGeom prst="rect">
            <a:avLst/>
          </a:prstGeom>
          <a:noFill/>
        </p:spPr>
        <p:txBody>
          <a:bodyPr wrap="square" lIns="0" rIns="0" tIns="0" bIns="0" anchor="ctr">
            <a:spAutoFit/>
          </a:bodyPr>
          <a:lstStyle/>
          <a:p>
            <a:pPr algn="ctr"/>
            <a:r>
              <a:rPr sz="660" b="1" i="0">
                <a:solidFill>
                  <a:srgbClr val="000000"/>
                </a:solidFill>
                <a:latin typeface="Trenda IG Text"/>
              </a:rPr>
              <a:t>12</a:t>
            </a:r>
          </a:p>
        </p:txBody>
      </p:sp>
      <p:pic>
        <p:nvPicPr>
          <p:cNvPr id="85" name="Picture 84" descr="people.png"/>
          <p:cNvPicPr>
            <a:picLocks noChangeAspect="1"/>
          </p:cNvPicPr>
          <p:nvPr/>
        </p:nvPicPr>
        <p:blipFill>
          <a:blip r:embed="rId6"/>
          <a:stretch>
            <a:fillRect/>
          </a:stretch>
        </p:blipFill>
        <p:spPr>
          <a:xfrm>
            <a:off x="10078211" y="3008375"/>
            <a:ext cx="164592" cy="164592"/>
          </a:xfrm>
          <a:prstGeom prst="rect">
            <a:avLst/>
          </a:prstGeom>
        </p:spPr>
      </p:pic>
      <p:sp>
        <p:nvSpPr>
          <p:cNvPr id="86" name="Text 78"/>
          <p:cNvSpPr txBox="1"/>
          <p:nvPr/>
        </p:nvSpPr>
        <p:spPr>
          <a:xfrm>
            <a:off x="10288523" y="2980944"/>
            <a:ext cx="766571" cy="219456"/>
          </a:xfrm>
          <a:prstGeom prst="rect">
            <a:avLst/>
          </a:prstGeom>
          <a:noFill/>
        </p:spPr>
        <p:txBody>
          <a:bodyPr wrap="square" lIns="0" rIns="0" tIns="0" bIns="0" anchor="ctr">
            <a:spAutoFit/>
          </a:bodyPr>
          <a:lstStyle/>
          <a:p>
            <a:r>
              <a:rPr sz="680" b="1" i="0">
                <a:solidFill>
                  <a:srgbClr val="1A1A1A"/>
                </a:solidFill>
                <a:latin typeface="Trenda IG Text"/>
              </a:rPr>
              <a:t>Approve journey</a:t>
            </a:r>
          </a:p>
        </p:txBody>
      </p:sp>
      <p:sp>
        <p:nvSpPr>
          <p:cNvPr id="87" name="Shape 79"/>
          <p:cNvSpPr/>
          <p:nvPr/>
        </p:nvSpPr>
        <p:spPr>
          <a:xfrm>
            <a:off x="11091671" y="3017520"/>
            <a:ext cx="310896" cy="137160"/>
          </a:xfrm>
          <a:prstGeom prst="roundRect">
            <a:avLst>
              <a:gd name="adj" fmla="val 50000"/>
            </a:avLst>
          </a:prstGeom>
          <a:solidFill>
            <a:srgbClr val="FFD700"/>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 80"/>
          <p:cNvSpPr txBox="1"/>
          <p:nvPr/>
        </p:nvSpPr>
        <p:spPr>
          <a:xfrm>
            <a:off x="11091671" y="3017520"/>
            <a:ext cx="310896" cy="137160"/>
          </a:xfrm>
          <a:prstGeom prst="rect">
            <a:avLst/>
          </a:prstGeom>
          <a:noFill/>
        </p:spPr>
        <p:txBody>
          <a:bodyPr wrap="square" lIns="0" rIns="0" tIns="0" bIns="0" anchor="ctr">
            <a:spAutoFit/>
          </a:bodyPr>
          <a:lstStyle/>
          <a:p>
            <a:pPr algn="ctr"/>
            <a:r>
              <a:rPr sz="500" b="1" i="0" spc="80">
                <a:solidFill>
                  <a:srgbClr val="000000"/>
                </a:solidFill>
                <a:latin typeface="Trenda IG Text"/>
              </a:rPr>
              <a:t>G3</a:t>
            </a:r>
          </a:p>
        </p:txBody>
      </p:sp>
      <p:sp>
        <p:nvSpPr>
          <p:cNvPr id="89" name="Text 81"/>
          <p:cNvSpPr txBox="1"/>
          <p:nvPr/>
        </p:nvSpPr>
        <p:spPr>
          <a:xfrm>
            <a:off x="9849611" y="3236975"/>
            <a:ext cx="1571244" cy="402336"/>
          </a:xfrm>
          <a:prstGeom prst="rect">
            <a:avLst/>
          </a:prstGeom>
          <a:noFill/>
        </p:spPr>
        <p:txBody>
          <a:bodyPr wrap="square" lIns="0" rIns="0" tIns="0" bIns="0" anchor="t">
            <a:spAutoFit/>
          </a:bodyPr>
          <a:lstStyle/>
          <a:p>
            <a:r>
              <a:rPr sz="520" b="0" i="0">
                <a:solidFill>
                  <a:srgbClr val="4D4D4D"/>
                </a:solidFill>
                <a:latin typeface="Trenda IG Text"/>
              </a:rPr>
              <a:t>Clinical + compliance, when every test passes. The journey then waits, active.</a:t>
            </a:r>
          </a:p>
        </p:txBody>
      </p:sp>
      <p:cxnSp>
        <p:nvCxnSpPr>
          <p:cNvPr id="90" name="Arrow 82"/>
          <p:cNvCxnSpPr/>
          <p:nvPr/>
        </p:nvCxnSpPr>
        <p:spPr>
          <a:xfrm>
            <a:off x="2247899" y="3300984"/>
            <a:ext cx="146305"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Arrow 83"/>
          <p:cNvCxnSpPr/>
          <p:nvPr/>
        </p:nvCxnSpPr>
        <p:spPr>
          <a:xfrm>
            <a:off x="4093464" y="3300984"/>
            <a:ext cx="146304"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Arrow 84"/>
          <p:cNvCxnSpPr/>
          <p:nvPr/>
        </p:nvCxnSpPr>
        <p:spPr>
          <a:xfrm>
            <a:off x="5939028" y="3300984"/>
            <a:ext cx="146303"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3" name="Arrow 85"/>
          <p:cNvCxnSpPr/>
          <p:nvPr/>
        </p:nvCxnSpPr>
        <p:spPr>
          <a:xfrm>
            <a:off x="7784591" y="3300984"/>
            <a:ext cx="146304"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Arrow 86"/>
          <p:cNvCxnSpPr/>
          <p:nvPr/>
        </p:nvCxnSpPr>
        <p:spPr>
          <a:xfrm>
            <a:off x="9630155" y="3300984"/>
            <a:ext cx="146304"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Arrow 87"/>
          <p:cNvCxnSpPr/>
          <p:nvPr/>
        </p:nvCxnSpPr>
        <p:spPr>
          <a:xfrm>
            <a:off x="8780526" y="3657600"/>
            <a:ext cx="0" cy="45720"/>
          </a:xfrm>
          <a:prstGeom prst="line">
            <a:avLst/>
          </a:prstGeom>
          <a:ln w="19050">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96" name="Arrow 88"/>
          <p:cNvCxnSpPr/>
          <p:nvPr/>
        </p:nvCxnSpPr>
        <p:spPr>
          <a:xfrm flipH="1">
            <a:off x="6934961" y="3703320"/>
            <a:ext cx="1845565" cy="0"/>
          </a:xfrm>
          <a:prstGeom prst="line">
            <a:avLst/>
          </a:prstGeom>
          <a:ln w="19050">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97" name="Arrow 89"/>
          <p:cNvCxnSpPr/>
          <p:nvPr/>
        </p:nvCxnSpPr>
        <p:spPr>
          <a:xfrm flipV="1">
            <a:off x="6934961" y="3657600"/>
            <a:ext cx="0" cy="45720"/>
          </a:xfrm>
          <a:prstGeom prst="line">
            <a:avLst/>
          </a:prstGeom>
          <a:ln w="1905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8" name="Text 90"/>
          <p:cNvSpPr txBox="1"/>
          <p:nvPr/>
        </p:nvSpPr>
        <p:spPr>
          <a:xfrm>
            <a:off x="548640" y="3767328"/>
            <a:ext cx="1699259" cy="429768"/>
          </a:xfrm>
          <a:prstGeom prst="rect">
            <a:avLst/>
          </a:prstGeom>
          <a:noFill/>
        </p:spPr>
        <p:txBody>
          <a:bodyPr wrap="square" lIns="0" rIns="0" tIns="0" bIns="0" anchor="ctr">
            <a:spAutoFit/>
          </a:bodyPr>
          <a:lstStyle/>
          <a:p>
            <a:pPr>
              <a:spcAft>
                <a:spcPts val="100"/>
              </a:spcAft>
            </a:pPr>
            <a:r>
              <a:rPr sz="540" b="1" i="0" spc="100">
                <a:solidFill>
                  <a:srgbClr val="6B6B6B"/>
                </a:solidFill>
                <a:latin typeface="Trenda IG Text"/>
              </a:rPr>
              <a:t>CONTEXT + OVERSIGHT</a:t>
            </a:r>
          </a:p>
          <a:p>
            <a:pPr>
              <a:spcAft>
                <a:spcPts val="100"/>
              </a:spcAft>
            </a:pPr>
            <a:r>
              <a:rPr sz="500" b="0" i="0">
                <a:solidFill>
                  <a:srgbClr val="6B6B6B"/>
                </a:solidFill>
                <a:latin typeface="Trenda IG Text"/>
              </a:rPr>
              <a:t>masked data only</a:t>
            </a:r>
          </a:p>
        </p:txBody>
      </p:sp>
      <p:sp>
        <p:nvSpPr>
          <p:cNvPr id="99" name="Shape 91"/>
          <p:cNvSpPr/>
          <p:nvPr/>
        </p:nvSpPr>
        <p:spPr>
          <a:xfrm>
            <a:off x="2394204" y="3767328"/>
            <a:ext cx="1699259" cy="429768"/>
          </a:xfrm>
          <a:prstGeom prst="roundRect">
            <a:avLst>
              <a:gd name="adj" fmla="val 7000"/>
            </a:avLst>
          </a:prstGeom>
          <a:solidFill>
            <a:srgbClr val="F7F7F7"/>
          </a:solidFill>
          <a:ln w="12700">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0" name="Picture 99" descr="googlecloudspanner.png"/>
          <p:cNvPicPr>
            <a:picLocks noChangeAspect="1"/>
          </p:cNvPicPr>
          <p:nvPr/>
        </p:nvPicPr>
        <p:blipFill>
          <a:blip r:embed="rId7"/>
          <a:stretch>
            <a:fillRect/>
          </a:stretch>
        </p:blipFill>
        <p:spPr>
          <a:xfrm>
            <a:off x="2485644" y="3831336"/>
            <a:ext cx="182880" cy="182880"/>
          </a:xfrm>
          <a:prstGeom prst="rect">
            <a:avLst/>
          </a:prstGeom>
        </p:spPr>
      </p:pic>
      <p:sp>
        <p:nvSpPr>
          <p:cNvPr id="101" name="Text 92"/>
          <p:cNvSpPr txBox="1"/>
          <p:nvPr/>
        </p:nvSpPr>
        <p:spPr>
          <a:xfrm>
            <a:off x="2723388" y="3822191"/>
            <a:ext cx="1296923" cy="201168"/>
          </a:xfrm>
          <a:prstGeom prst="rect">
            <a:avLst/>
          </a:prstGeom>
          <a:noFill/>
        </p:spPr>
        <p:txBody>
          <a:bodyPr wrap="square" lIns="0" rIns="0" tIns="0" bIns="0" anchor="ctr">
            <a:spAutoFit/>
          </a:bodyPr>
          <a:lstStyle/>
          <a:p>
            <a:r>
              <a:rPr sz="580" b="1" i="0">
                <a:solidFill>
                  <a:srgbClr val="1A1A1A"/>
                </a:solidFill>
                <a:latin typeface="Trenda IG Text"/>
              </a:rPr>
              <a:t>Knowledge graph</a:t>
            </a:r>
          </a:p>
        </p:txBody>
      </p:sp>
      <p:sp>
        <p:nvSpPr>
          <p:cNvPr id="102" name="Text 93"/>
          <p:cNvSpPr txBox="1"/>
          <p:nvPr/>
        </p:nvSpPr>
        <p:spPr>
          <a:xfrm>
            <a:off x="2485644" y="4050791"/>
            <a:ext cx="1516380" cy="118871"/>
          </a:xfrm>
          <a:prstGeom prst="rect">
            <a:avLst/>
          </a:prstGeom>
          <a:noFill/>
        </p:spPr>
        <p:txBody>
          <a:bodyPr wrap="square" lIns="0" rIns="0" tIns="0" bIns="0" anchor="t">
            <a:spAutoFit/>
          </a:bodyPr>
          <a:lstStyle/>
          <a:p>
            <a:pPr>
              <a:spcAft>
                <a:spcPts val="100"/>
              </a:spcAft>
            </a:pPr>
            <a:r>
              <a:rPr sz="500" b="0" i="0">
                <a:solidFill>
                  <a:srgbClr val="4D4D4D"/>
                </a:solidFill>
                <a:latin typeface="Trenda IG Text"/>
              </a:rPr>
              <a:t>Metadata, rules, lineage; from 6.</a:t>
            </a:r>
          </a:p>
        </p:txBody>
      </p:sp>
      <p:sp>
        <p:nvSpPr>
          <p:cNvPr id="103" name="Shape 94"/>
          <p:cNvSpPr/>
          <p:nvPr/>
        </p:nvSpPr>
        <p:spPr>
          <a:xfrm>
            <a:off x="4239768" y="3767328"/>
            <a:ext cx="1699259" cy="429768"/>
          </a:xfrm>
          <a:prstGeom prst="roundRect">
            <a:avLst>
              <a:gd name="adj" fmla="val 7000"/>
            </a:avLst>
          </a:prstGeom>
          <a:solidFill>
            <a:srgbClr val="F7F7F7"/>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4" name="Picture 103" descr="tableau.png"/>
          <p:cNvPicPr>
            <a:picLocks noChangeAspect="1"/>
          </p:cNvPicPr>
          <p:nvPr/>
        </p:nvPicPr>
        <p:blipFill>
          <a:blip r:embed="rId8"/>
          <a:stretch>
            <a:fillRect/>
          </a:stretch>
        </p:blipFill>
        <p:spPr>
          <a:xfrm>
            <a:off x="4331208" y="3831336"/>
            <a:ext cx="182880" cy="182880"/>
          </a:xfrm>
          <a:prstGeom prst="rect">
            <a:avLst/>
          </a:prstGeom>
        </p:spPr>
      </p:pic>
      <p:sp>
        <p:nvSpPr>
          <p:cNvPr id="105" name="Text 95"/>
          <p:cNvSpPr txBox="1"/>
          <p:nvPr/>
        </p:nvSpPr>
        <p:spPr>
          <a:xfrm>
            <a:off x="4568951" y="3822191"/>
            <a:ext cx="1296924" cy="201168"/>
          </a:xfrm>
          <a:prstGeom prst="rect">
            <a:avLst/>
          </a:prstGeom>
          <a:noFill/>
        </p:spPr>
        <p:txBody>
          <a:bodyPr wrap="square" lIns="0" rIns="0" tIns="0" bIns="0" anchor="ctr">
            <a:spAutoFit/>
          </a:bodyPr>
          <a:lstStyle/>
          <a:p>
            <a:r>
              <a:rPr sz="580" b="1" i="0">
                <a:solidFill>
                  <a:srgbClr val="1A1A1A"/>
                </a:solidFill>
                <a:latin typeface="Trenda IG Text"/>
              </a:rPr>
              <a:t>Tableau</a:t>
            </a:r>
          </a:p>
        </p:txBody>
      </p:sp>
      <p:sp>
        <p:nvSpPr>
          <p:cNvPr id="106" name="Text 96"/>
          <p:cNvSpPr txBox="1"/>
          <p:nvPr/>
        </p:nvSpPr>
        <p:spPr>
          <a:xfrm>
            <a:off x="4331208" y="4050791"/>
            <a:ext cx="1516380" cy="118871"/>
          </a:xfrm>
          <a:prstGeom prst="rect">
            <a:avLst/>
          </a:prstGeom>
          <a:noFill/>
        </p:spPr>
        <p:txBody>
          <a:bodyPr wrap="square" lIns="0" rIns="0" tIns="0" bIns="0" anchor="t">
            <a:spAutoFit/>
          </a:bodyPr>
          <a:lstStyle/>
          <a:p>
            <a:pPr>
              <a:spcAft>
                <a:spcPts val="100"/>
              </a:spcAft>
            </a:pPr>
            <a:r>
              <a:rPr sz="500" b="0" i="0">
                <a:solidFill>
                  <a:srgbClr val="4D4D4D"/>
                </a:solidFill>
                <a:latin typeface="Trenda IG Text"/>
              </a:rPr>
              <a:t>Masked dashboards from 6.</a:t>
            </a:r>
          </a:p>
        </p:txBody>
      </p:sp>
      <p:sp>
        <p:nvSpPr>
          <p:cNvPr id="107" name="Shape 97"/>
          <p:cNvSpPr/>
          <p:nvPr/>
        </p:nvSpPr>
        <p:spPr>
          <a:xfrm>
            <a:off x="6085331" y="3767328"/>
            <a:ext cx="1699259" cy="429768"/>
          </a:xfrm>
          <a:prstGeom prst="roundRect">
            <a:avLst>
              <a:gd name="adj" fmla="val 7000"/>
            </a:avLst>
          </a:prstGeom>
          <a:solidFill>
            <a:srgbClr val="F7F7F7"/>
          </a:solidFill>
          <a:ln w="12700">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 98"/>
          <p:cNvSpPr txBox="1"/>
          <p:nvPr/>
        </p:nvSpPr>
        <p:spPr>
          <a:xfrm>
            <a:off x="6176771" y="3822191"/>
            <a:ext cx="1534667" cy="201168"/>
          </a:xfrm>
          <a:prstGeom prst="rect">
            <a:avLst/>
          </a:prstGeom>
          <a:noFill/>
        </p:spPr>
        <p:txBody>
          <a:bodyPr wrap="square" lIns="0" rIns="0" tIns="0" bIns="0" anchor="ctr">
            <a:spAutoFit/>
          </a:bodyPr>
          <a:lstStyle/>
          <a:p>
            <a:r>
              <a:rPr sz="580" b="1" i="0">
                <a:solidFill>
                  <a:srgbClr val="1A1A1A"/>
                </a:solidFill>
                <a:latin typeface="Trenda IG Text"/>
              </a:rPr>
              <a:t>Compliance Guardian</a:t>
            </a:r>
          </a:p>
        </p:txBody>
      </p:sp>
      <p:sp>
        <p:nvSpPr>
          <p:cNvPr id="109" name="Text 99"/>
          <p:cNvSpPr txBox="1"/>
          <p:nvPr/>
        </p:nvSpPr>
        <p:spPr>
          <a:xfrm>
            <a:off x="6176771" y="4050791"/>
            <a:ext cx="1516380" cy="118871"/>
          </a:xfrm>
          <a:prstGeom prst="rect">
            <a:avLst/>
          </a:prstGeom>
          <a:noFill/>
        </p:spPr>
        <p:txBody>
          <a:bodyPr wrap="square" lIns="0" rIns="0" tIns="0" bIns="0" anchor="t">
            <a:spAutoFit/>
          </a:bodyPr>
          <a:lstStyle/>
          <a:p>
            <a:pPr>
              <a:spcAft>
                <a:spcPts val="100"/>
              </a:spcAft>
            </a:pPr>
            <a:r>
              <a:rPr sz="500" b="0" i="0">
                <a:solidFill>
                  <a:srgbClr val="4D4D4D"/>
                </a:solidFill>
                <a:latin typeface="Trenda IG Text"/>
              </a:rPr>
              <a:t>Explains exclusions for 14.</a:t>
            </a:r>
          </a:p>
        </p:txBody>
      </p:sp>
      <p:sp>
        <p:nvSpPr>
          <p:cNvPr id="110" name="Shape 100"/>
          <p:cNvSpPr/>
          <p:nvPr/>
        </p:nvSpPr>
        <p:spPr>
          <a:xfrm>
            <a:off x="7930895" y="3767328"/>
            <a:ext cx="1699259" cy="429768"/>
          </a:xfrm>
          <a:prstGeom prst="roundRect">
            <a:avLst>
              <a:gd name="adj" fmla="val 7000"/>
            </a:avLst>
          </a:prstGeom>
          <a:solidFill>
            <a:srgbClr val="F7F7F7"/>
          </a:solidFill>
          <a:ln w="12700">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 101"/>
          <p:cNvSpPr txBox="1"/>
          <p:nvPr/>
        </p:nvSpPr>
        <p:spPr>
          <a:xfrm>
            <a:off x="8022335" y="3822191"/>
            <a:ext cx="1534667" cy="201168"/>
          </a:xfrm>
          <a:prstGeom prst="rect">
            <a:avLst/>
          </a:prstGeom>
          <a:noFill/>
        </p:spPr>
        <p:txBody>
          <a:bodyPr wrap="square" lIns="0" rIns="0" tIns="0" bIns="0" anchor="ctr">
            <a:spAutoFit/>
          </a:bodyPr>
          <a:lstStyle/>
          <a:p>
            <a:r>
              <a:rPr sz="580" b="1" i="0">
                <a:solidFill>
                  <a:srgbClr val="1A1A1A"/>
                </a:solidFill>
                <a:latin typeface="Trenda IG Text"/>
              </a:rPr>
              <a:t>Measurement Agent</a:t>
            </a:r>
          </a:p>
        </p:txBody>
      </p:sp>
      <p:sp>
        <p:nvSpPr>
          <p:cNvPr id="112" name="Text 102"/>
          <p:cNvSpPr txBox="1"/>
          <p:nvPr/>
        </p:nvSpPr>
        <p:spPr>
          <a:xfrm>
            <a:off x="8022335" y="4050791"/>
            <a:ext cx="1516380" cy="118871"/>
          </a:xfrm>
          <a:prstGeom prst="rect">
            <a:avLst/>
          </a:prstGeom>
          <a:noFill/>
        </p:spPr>
        <p:txBody>
          <a:bodyPr wrap="square" lIns="0" rIns="0" tIns="0" bIns="0" anchor="t">
            <a:spAutoFit/>
          </a:bodyPr>
          <a:lstStyle/>
          <a:p>
            <a:pPr>
              <a:spcAft>
                <a:spcPts val="100"/>
              </a:spcAft>
            </a:pPr>
            <a:r>
              <a:rPr sz="500" b="0" i="0">
                <a:solidFill>
                  <a:srgbClr val="4D4D4D"/>
                </a:solidFill>
                <a:latin typeface="Trenda IG Text"/>
              </a:rPr>
              <a:t>Reads results from 20.</a:t>
            </a:r>
          </a:p>
        </p:txBody>
      </p:sp>
      <p:sp>
        <p:nvSpPr>
          <p:cNvPr id="113" name="Shape 103"/>
          <p:cNvSpPr/>
          <p:nvPr/>
        </p:nvSpPr>
        <p:spPr>
          <a:xfrm>
            <a:off x="9776459" y="3767328"/>
            <a:ext cx="1699259" cy="429768"/>
          </a:xfrm>
          <a:prstGeom prst="roundRect">
            <a:avLst>
              <a:gd name="adj" fmla="val 8000"/>
            </a:avLst>
          </a:prstGeom>
          <a:solidFill>
            <a:srgbClr val="FFF7CC"/>
          </a:solidFill>
          <a:ln w="1587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4" name="Picture 113" descr="people.png"/>
          <p:cNvPicPr>
            <a:picLocks noChangeAspect="1"/>
          </p:cNvPicPr>
          <p:nvPr/>
        </p:nvPicPr>
        <p:blipFill>
          <a:blip r:embed="rId6"/>
          <a:stretch>
            <a:fillRect/>
          </a:stretch>
        </p:blipFill>
        <p:spPr>
          <a:xfrm>
            <a:off x="9849611" y="3831336"/>
            <a:ext cx="164592" cy="164592"/>
          </a:xfrm>
          <a:prstGeom prst="rect">
            <a:avLst/>
          </a:prstGeom>
        </p:spPr>
      </p:pic>
      <p:sp>
        <p:nvSpPr>
          <p:cNvPr id="115" name="Text 104"/>
          <p:cNvSpPr txBox="1"/>
          <p:nvPr/>
        </p:nvSpPr>
        <p:spPr>
          <a:xfrm>
            <a:off x="10059923" y="3803904"/>
            <a:ext cx="995171" cy="219456"/>
          </a:xfrm>
          <a:prstGeom prst="rect">
            <a:avLst/>
          </a:prstGeom>
          <a:noFill/>
        </p:spPr>
        <p:txBody>
          <a:bodyPr wrap="square" lIns="0" rIns="0" tIns="0" bIns="0" anchor="ctr">
            <a:spAutoFit/>
          </a:bodyPr>
          <a:lstStyle/>
          <a:p>
            <a:r>
              <a:rPr sz="680" b="1" i="0">
                <a:solidFill>
                  <a:srgbClr val="1A1A1A"/>
                </a:solidFill>
                <a:latin typeface="Trenda IG Text"/>
              </a:rPr>
              <a:t>People approve</a:t>
            </a:r>
          </a:p>
        </p:txBody>
      </p:sp>
      <p:sp>
        <p:nvSpPr>
          <p:cNvPr id="116" name="Shape 105"/>
          <p:cNvSpPr/>
          <p:nvPr/>
        </p:nvSpPr>
        <p:spPr>
          <a:xfrm>
            <a:off x="11091671" y="3840480"/>
            <a:ext cx="310896" cy="137160"/>
          </a:xfrm>
          <a:prstGeom prst="roundRect">
            <a:avLst>
              <a:gd name="adj" fmla="val 50000"/>
            </a:avLst>
          </a:prstGeom>
          <a:solidFill>
            <a:srgbClr val="FFD700"/>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 106"/>
          <p:cNvSpPr txBox="1"/>
          <p:nvPr/>
        </p:nvSpPr>
        <p:spPr>
          <a:xfrm>
            <a:off x="11091671" y="3840480"/>
            <a:ext cx="310896" cy="137160"/>
          </a:xfrm>
          <a:prstGeom prst="rect">
            <a:avLst/>
          </a:prstGeom>
          <a:noFill/>
        </p:spPr>
        <p:txBody>
          <a:bodyPr wrap="square" lIns="0" rIns="0" tIns="0" bIns="0" anchor="ctr">
            <a:spAutoFit/>
          </a:bodyPr>
          <a:lstStyle/>
          <a:p>
            <a:pPr algn="ctr"/>
            <a:r>
              <a:rPr sz="500" b="1" i="0" spc="80">
                <a:solidFill>
                  <a:srgbClr val="000000"/>
                </a:solidFill>
                <a:latin typeface="Trenda IG Text"/>
              </a:rPr>
              <a:t>G1-3</a:t>
            </a:r>
          </a:p>
        </p:txBody>
      </p:sp>
      <p:sp>
        <p:nvSpPr>
          <p:cNvPr id="118" name="Text 107"/>
          <p:cNvSpPr txBox="1"/>
          <p:nvPr/>
        </p:nvSpPr>
        <p:spPr>
          <a:xfrm>
            <a:off x="9849611" y="4059936"/>
            <a:ext cx="1571244" cy="118871"/>
          </a:xfrm>
          <a:prstGeom prst="rect">
            <a:avLst/>
          </a:prstGeom>
          <a:noFill/>
        </p:spPr>
        <p:txBody>
          <a:bodyPr wrap="square" lIns="0" rIns="0" tIns="0" bIns="0" anchor="t">
            <a:spAutoFit/>
          </a:bodyPr>
          <a:lstStyle/>
          <a:p>
            <a:r>
              <a:rPr sz="500" b="0" i="0">
                <a:solidFill>
                  <a:srgbClr val="4D4D4D"/>
                </a:solidFill>
                <a:latin typeface="Trenda IG Text"/>
              </a:rPr>
              <a:t>Approvals go to the gateway (15).</a:t>
            </a:r>
          </a:p>
        </p:txBody>
      </p:sp>
      <p:cxnSp>
        <p:nvCxnSpPr>
          <p:cNvPr id="119" name="Arrow 108"/>
          <p:cNvCxnSpPr/>
          <p:nvPr/>
        </p:nvCxnSpPr>
        <p:spPr>
          <a:xfrm flipV="1">
            <a:off x="3243834" y="3657600"/>
            <a:ext cx="0" cy="109728"/>
          </a:xfrm>
          <a:prstGeom prst="line">
            <a:avLst/>
          </a:prstGeom>
          <a:ln w="15875">
            <a:solidFill>
              <a:srgbClr val="8B7C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0" name="Arrow 109"/>
          <p:cNvCxnSpPr/>
          <p:nvPr/>
        </p:nvCxnSpPr>
        <p:spPr>
          <a:xfrm flipV="1">
            <a:off x="5089398" y="3657600"/>
            <a:ext cx="0" cy="109728"/>
          </a:xfrm>
          <a:prstGeom prst="line">
            <a:avLst/>
          </a:prstGeom>
          <a:ln w="15875">
            <a:solidFill>
              <a:srgbClr val="E976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1" name="Arrow 110"/>
          <p:cNvCxnSpPr/>
          <p:nvPr/>
        </p:nvCxnSpPr>
        <p:spPr>
          <a:xfrm>
            <a:off x="10441533" y="2286000"/>
            <a:ext cx="0" cy="164592"/>
          </a:xfrm>
          <a:prstGeom prst="line">
            <a:avLst/>
          </a:prstGeom>
          <a:ln w="19050">
            <a:solidFill>
              <a:srgbClr val="FFD700"/>
            </a:solidFill>
          </a:ln>
        </p:spPr>
        <p:style>
          <a:lnRef idx="2">
            <a:schemeClr val="accent1"/>
          </a:lnRef>
          <a:fillRef idx="0">
            <a:schemeClr val="accent1"/>
          </a:fillRef>
          <a:effectRef idx="1">
            <a:schemeClr val="accent1"/>
          </a:effectRef>
          <a:fontRef idx="minor">
            <a:schemeClr val="tx1"/>
          </a:fontRef>
        </p:style>
      </p:cxnSp>
      <p:cxnSp>
        <p:nvCxnSpPr>
          <p:cNvPr id="122" name="Arrow 111"/>
          <p:cNvCxnSpPr/>
          <p:nvPr/>
        </p:nvCxnSpPr>
        <p:spPr>
          <a:xfrm flipH="1">
            <a:off x="3518153" y="2450592"/>
            <a:ext cx="6923380" cy="0"/>
          </a:xfrm>
          <a:prstGeom prst="line">
            <a:avLst/>
          </a:prstGeom>
          <a:ln w="19050">
            <a:solidFill>
              <a:srgbClr val="FFD700"/>
            </a:solidFill>
          </a:ln>
        </p:spPr>
        <p:style>
          <a:lnRef idx="2">
            <a:schemeClr val="accent1"/>
          </a:lnRef>
          <a:fillRef idx="0">
            <a:schemeClr val="accent1"/>
          </a:fillRef>
          <a:effectRef idx="1">
            <a:schemeClr val="accent1"/>
          </a:effectRef>
          <a:fontRef idx="minor">
            <a:schemeClr val="tx1"/>
          </a:fontRef>
        </p:style>
      </p:cxnSp>
      <p:cxnSp>
        <p:nvCxnSpPr>
          <p:cNvPr id="123" name="Arrow 112"/>
          <p:cNvCxnSpPr/>
          <p:nvPr/>
        </p:nvCxnSpPr>
        <p:spPr>
          <a:xfrm>
            <a:off x="3518153" y="2450592"/>
            <a:ext cx="0" cy="493776"/>
          </a:xfrm>
          <a:prstGeom prst="line">
            <a:avLst/>
          </a:prstGeom>
          <a:ln w="19050">
            <a:solidFill>
              <a:srgbClr val="FFD7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4" name="Arrow 113"/>
          <p:cNvCxnSpPr/>
          <p:nvPr/>
        </p:nvCxnSpPr>
        <p:spPr>
          <a:xfrm>
            <a:off x="411480" y="4334256"/>
            <a:ext cx="11201400" cy="0"/>
          </a:xfrm>
          <a:prstGeom prst="line">
            <a:avLst/>
          </a:prstGeom>
          <a:ln w="15875">
            <a:solidFill>
              <a:srgbClr val="FF0069"/>
            </a:solidFill>
            <a:prstDash val="dash"/>
          </a:ln>
        </p:spPr>
        <p:style>
          <a:lnRef idx="2">
            <a:schemeClr val="accent1"/>
          </a:lnRef>
          <a:fillRef idx="0">
            <a:schemeClr val="accent1"/>
          </a:fillRef>
          <a:effectRef idx="1">
            <a:schemeClr val="accent1"/>
          </a:effectRef>
          <a:fontRef idx="minor">
            <a:schemeClr val="tx1"/>
          </a:fontRef>
        </p:style>
      </p:cxnSp>
      <p:sp>
        <p:nvSpPr>
          <p:cNvPr id="125" name="Shape 114"/>
          <p:cNvSpPr/>
          <p:nvPr/>
        </p:nvSpPr>
        <p:spPr>
          <a:xfrm>
            <a:off x="4572000" y="4251960"/>
            <a:ext cx="2743200" cy="164592"/>
          </a:xfrm>
          <a:prstGeom prst="roundRect">
            <a:avLst>
              <a:gd name="adj" fmla="val 50000"/>
            </a:avLst>
          </a:prstGeom>
          <a:solidFill>
            <a:srgbClr val="FF0069"/>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 115"/>
          <p:cNvSpPr txBox="1"/>
          <p:nvPr/>
        </p:nvSpPr>
        <p:spPr>
          <a:xfrm>
            <a:off x="4572000" y="4251960"/>
            <a:ext cx="2743200" cy="164592"/>
          </a:xfrm>
          <a:prstGeom prst="rect">
            <a:avLst/>
          </a:prstGeom>
          <a:noFill/>
        </p:spPr>
        <p:txBody>
          <a:bodyPr wrap="square" lIns="0" rIns="0" tIns="0" bIns="0" anchor="ctr">
            <a:spAutoFit/>
          </a:bodyPr>
          <a:lstStyle/>
          <a:p>
            <a:pPr algn="ctr"/>
            <a:r>
              <a:rPr sz="500" b="1" i="0" spc="80">
                <a:solidFill>
                  <a:srgbClr val="FFFFFE"/>
                </a:solidFill>
                <a:latin typeface="Trenda IG Text"/>
              </a:rPr>
              <a:t>RECOMMENDATION ≠ RELEASE</a:t>
            </a:r>
          </a:p>
        </p:txBody>
      </p:sp>
      <p:sp>
        <p:nvSpPr>
          <p:cNvPr id="127" name="Shape 116"/>
          <p:cNvSpPr/>
          <p:nvPr/>
        </p:nvSpPr>
        <p:spPr>
          <a:xfrm>
            <a:off x="411480" y="4526280"/>
            <a:ext cx="11201400" cy="1161288"/>
          </a:xfrm>
          <a:prstGeom prst="roundRect">
            <a:avLst>
              <a:gd name="adj" fmla="val 2000"/>
            </a:avLst>
          </a:prstGeom>
          <a:solidFill>
            <a:srgbClr val="FFFFFF"/>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Shape 117"/>
          <p:cNvSpPr/>
          <p:nvPr/>
        </p:nvSpPr>
        <p:spPr>
          <a:xfrm>
            <a:off x="411480" y="4526280"/>
            <a:ext cx="11201400" cy="23774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9" name="Picture 128" descr="salesforce.png"/>
          <p:cNvPicPr>
            <a:picLocks noChangeAspect="1"/>
          </p:cNvPicPr>
          <p:nvPr/>
        </p:nvPicPr>
        <p:blipFill>
          <a:blip r:embed="rId9"/>
          <a:stretch>
            <a:fillRect/>
          </a:stretch>
        </p:blipFill>
        <p:spPr>
          <a:xfrm>
            <a:off x="484632" y="4553712"/>
            <a:ext cx="182880" cy="182880"/>
          </a:xfrm>
          <a:prstGeom prst="rect">
            <a:avLst/>
          </a:prstGeom>
        </p:spPr>
      </p:pic>
      <p:sp>
        <p:nvSpPr>
          <p:cNvPr id="130" name="Text 118"/>
          <p:cNvSpPr txBox="1"/>
          <p:nvPr/>
        </p:nvSpPr>
        <p:spPr>
          <a:xfrm>
            <a:off x="731520" y="4526280"/>
            <a:ext cx="10744200" cy="237744"/>
          </a:xfrm>
          <a:prstGeom prst="rect">
            <a:avLst/>
          </a:prstGeom>
          <a:noFill/>
        </p:spPr>
        <p:txBody>
          <a:bodyPr wrap="square" lIns="0" rIns="0" tIns="0" bIns="0" anchor="ctr">
            <a:spAutoFit/>
          </a:bodyPr>
          <a:lstStyle/>
          <a:p>
            <a:pPr algn="r"/>
            <a:r>
              <a:rPr sz="640" b="1" i="0" spc="100">
                <a:solidFill>
                  <a:srgbClr val="000000"/>
                </a:solidFill>
                <a:latin typeface="Trenda IG Text"/>
              </a:rPr>
              <a:t>3  RELEASE + SEND · ONLY AFTER G2 + G3</a:t>
            </a:r>
          </a:p>
        </p:txBody>
      </p:sp>
      <p:sp>
        <p:nvSpPr>
          <p:cNvPr id="131" name="Shape 119"/>
          <p:cNvSpPr/>
          <p:nvPr/>
        </p:nvSpPr>
        <p:spPr>
          <a:xfrm>
            <a:off x="548640" y="4818888"/>
            <a:ext cx="1554480" cy="804672"/>
          </a:xfrm>
          <a:prstGeom prst="roundRect">
            <a:avLst>
              <a:gd name="adj" fmla="val 7000"/>
            </a:avLst>
          </a:prstGeom>
          <a:solidFill>
            <a:srgbClr val="F7F7F7"/>
          </a:solidFill>
          <a:ln w="1270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Shape 120"/>
          <p:cNvSpPr/>
          <p:nvPr/>
        </p:nvSpPr>
        <p:spPr>
          <a:xfrm>
            <a:off x="621792" y="4882896"/>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 121"/>
          <p:cNvSpPr txBox="1"/>
          <p:nvPr/>
        </p:nvSpPr>
        <p:spPr>
          <a:xfrm>
            <a:off x="621792" y="4882896"/>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13</a:t>
            </a:r>
          </a:p>
        </p:txBody>
      </p:sp>
      <p:sp>
        <p:nvSpPr>
          <p:cNvPr id="134" name="Text 122"/>
          <p:cNvSpPr txBox="1"/>
          <p:nvPr/>
        </p:nvSpPr>
        <p:spPr>
          <a:xfrm>
            <a:off x="877824" y="4873752"/>
            <a:ext cx="1152143" cy="201168"/>
          </a:xfrm>
          <a:prstGeom prst="rect">
            <a:avLst/>
          </a:prstGeom>
          <a:noFill/>
        </p:spPr>
        <p:txBody>
          <a:bodyPr wrap="square" lIns="0" rIns="0" tIns="0" bIns="0" anchor="ctr">
            <a:spAutoFit/>
          </a:bodyPr>
          <a:lstStyle/>
          <a:p>
            <a:r>
              <a:rPr sz="620" b="1" i="0">
                <a:solidFill>
                  <a:srgbClr val="1A1A1A"/>
                </a:solidFill>
                <a:latin typeface="Trenda IG Text"/>
              </a:rPr>
              <a:t>Eligibility service</a:t>
            </a:r>
          </a:p>
        </p:txBody>
      </p:sp>
      <p:sp>
        <p:nvSpPr>
          <p:cNvPr id="135" name="Text 123"/>
          <p:cNvSpPr txBox="1"/>
          <p:nvPr/>
        </p:nvSpPr>
        <p:spPr>
          <a:xfrm>
            <a:off x="640080" y="5102352"/>
            <a:ext cx="1371600" cy="493776"/>
          </a:xfrm>
          <a:prstGeom prst="rect">
            <a:avLst/>
          </a:prstGeom>
          <a:noFill/>
        </p:spPr>
        <p:txBody>
          <a:bodyPr wrap="square" lIns="0" rIns="0" tIns="0" bIns="0" anchor="t">
            <a:spAutoFit/>
          </a:bodyPr>
          <a:lstStyle/>
          <a:p>
            <a:pPr>
              <a:spcAft>
                <a:spcPts val="100"/>
              </a:spcAft>
            </a:pPr>
            <a:r>
              <a:rPr sz="500" b="0" i="0">
                <a:solidFill>
                  <a:srgbClr val="4D4D4D"/>
                </a:solidFill>
                <a:latin typeface="Trenda IG Text"/>
              </a:rPr>
              <a:t>Gold B + approved rules: no consent, no phone or email, STOP, deceased, duplicates out, with reasons.</a:t>
            </a:r>
          </a:p>
        </p:txBody>
      </p:sp>
      <p:sp>
        <p:nvSpPr>
          <p:cNvPr id="136" name="Shape 124"/>
          <p:cNvSpPr/>
          <p:nvPr/>
        </p:nvSpPr>
        <p:spPr>
          <a:xfrm>
            <a:off x="2249424" y="4818888"/>
            <a:ext cx="1463040" cy="804672"/>
          </a:xfrm>
          <a:prstGeom prst="roundRect">
            <a:avLst>
              <a:gd name="adj" fmla="val 8000"/>
            </a:avLst>
          </a:prstGeom>
          <a:solidFill>
            <a:srgbClr val="FFF7CC"/>
          </a:solidFill>
          <a:ln w="1587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Shape 125"/>
          <p:cNvSpPr/>
          <p:nvPr/>
        </p:nvSpPr>
        <p:spPr>
          <a:xfrm>
            <a:off x="2322576" y="4882896"/>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Text 126"/>
          <p:cNvSpPr txBox="1"/>
          <p:nvPr/>
        </p:nvSpPr>
        <p:spPr>
          <a:xfrm>
            <a:off x="2322576" y="4882896"/>
            <a:ext cx="182880" cy="182880"/>
          </a:xfrm>
          <a:prstGeom prst="rect">
            <a:avLst/>
          </a:prstGeom>
          <a:noFill/>
        </p:spPr>
        <p:txBody>
          <a:bodyPr wrap="square" lIns="0" rIns="0" tIns="0" bIns="0" anchor="ctr">
            <a:spAutoFit/>
          </a:bodyPr>
          <a:lstStyle/>
          <a:p>
            <a:pPr algn="ctr"/>
            <a:r>
              <a:rPr sz="660" b="1" i="0">
                <a:solidFill>
                  <a:srgbClr val="000000"/>
                </a:solidFill>
                <a:latin typeface="Trenda IG Text"/>
              </a:rPr>
              <a:t>14</a:t>
            </a:r>
          </a:p>
        </p:txBody>
      </p:sp>
      <p:pic>
        <p:nvPicPr>
          <p:cNvPr id="139" name="Picture 138" descr="people.png"/>
          <p:cNvPicPr>
            <a:picLocks noChangeAspect="1"/>
          </p:cNvPicPr>
          <p:nvPr/>
        </p:nvPicPr>
        <p:blipFill>
          <a:blip r:embed="rId6"/>
          <a:stretch>
            <a:fillRect/>
          </a:stretch>
        </p:blipFill>
        <p:spPr>
          <a:xfrm>
            <a:off x="2551176" y="4882896"/>
            <a:ext cx="164592" cy="164592"/>
          </a:xfrm>
          <a:prstGeom prst="rect">
            <a:avLst/>
          </a:prstGeom>
        </p:spPr>
      </p:pic>
      <p:sp>
        <p:nvSpPr>
          <p:cNvPr id="140" name="Text 127"/>
          <p:cNvSpPr txBox="1"/>
          <p:nvPr/>
        </p:nvSpPr>
        <p:spPr>
          <a:xfrm>
            <a:off x="2761488" y="4855464"/>
            <a:ext cx="530352" cy="219456"/>
          </a:xfrm>
          <a:prstGeom prst="rect">
            <a:avLst/>
          </a:prstGeom>
          <a:noFill/>
        </p:spPr>
        <p:txBody>
          <a:bodyPr wrap="square" lIns="0" rIns="0" tIns="0" bIns="0" anchor="ctr">
            <a:spAutoFit/>
          </a:bodyPr>
          <a:lstStyle/>
          <a:p>
            <a:r>
              <a:rPr sz="680" b="1" i="0">
                <a:solidFill>
                  <a:srgbClr val="1A1A1A"/>
                </a:solidFill>
                <a:latin typeface="Trenda IG Text"/>
              </a:rPr>
              <a:t>Pre-send</a:t>
            </a:r>
          </a:p>
        </p:txBody>
      </p:sp>
      <p:sp>
        <p:nvSpPr>
          <p:cNvPr id="141" name="Shape 128"/>
          <p:cNvSpPr/>
          <p:nvPr/>
        </p:nvSpPr>
        <p:spPr>
          <a:xfrm>
            <a:off x="3328416" y="4892040"/>
            <a:ext cx="310896" cy="137160"/>
          </a:xfrm>
          <a:prstGeom prst="roundRect">
            <a:avLst>
              <a:gd name="adj" fmla="val 50000"/>
            </a:avLst>
          </a:prstGeom>
          <a:solidFill>
            <a:srgbClr val="FFD700"/>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Text 129"/>
          <p:cNvSpPr txBox="1"/>
          <p:nvPr/>
        </p:nvSpPr>
        <p:spPr>
          <a:xfrm>
            <a:off x="3328416" y="4892040"/>
            <a:ext cx="310896" cy="137160"/>
          </a:xfrm>
          <a:prstGeom prst="rect">
            <a:avLst/>
          </a:prstGeom>
          <a:noFill/>
        </p:spPr>
        <p:txBody>
          <a:bodyPr wrap="square" lIns="0" rIns="0" tIns="0" bIns="0" anchor="ctr">
            <a:spAutoFit/>
          </a:bodyPr>
          <a:lstStyle/>
          <a:p>
            <a:pPr algn="ctr"/>
            <a:r>
              <a:rPr sz="500" b="1" i="0" spc="80">
                <a:solidFill>
                  <a:srgbClr val="000000"/>
                </a:solidFill>
                <a:latin typeface="Trenda IG Text"/>
              </a:rPr>
              <a:t>G2</a:t>
            </a:r>
          </a:p>
        </p:txBody>
      </p:sp>
      <p:sp>
        <p:nvSpPr>
          <p:cNvPr id="143" name="Text 130"/>
          <p:cNvSpPr txBox="1"/>
          <p:nvPr/>
        </p:nvSpPr>
        <p:spPr>
          <a:xfrm>
            <a:off x="2322576" y="5111496"/>
            <a:ext cx="1335024" cy="493776"/>
          </a:xfrm>
          <a:prstGeom prst="rect">
            <a:avLst/>
          </a:prstGeom>
          <a:noFill/>
        </p:spPr>
        <p:txBody>
          <a:bodyPr wrap="square" lIns="0" rIns="0" tIns="0" bIns="0" anchor="t">
            <a:spAutoFit/>
          </a:bodyPr>
          <a:lstStyle/>
          <a:p>
            <a:r>
              <a:rPr sz="500" b="0" i="0">
                <a:solidFill>
                  <a:srgbClr val="4D4D4D"/>
                </a:solidFill>
                <a:latin typeface="Trenda IG Text"/>
              </a:rPr>
              <a:t>SME + tech lead review a masked report: counts, consent, exclusions. No PHI on screen.</a:t>
            </a:r>
          </a:p>
        </p:txBody>
      </p:sp>
      <p:sp>
        <p:nvSpPr>
          <p:cNvPr id="144" name="Differentiator Border 132"/>
          <p:cNvSpPr/>
          <p:nvPr/>
        </p:nvSpPr>
        <p:spPr>
          <a:xfrm>
            <a:off x="3858768" y="4818888"/>
            <a:ext cx="1828800" cy="804672"/>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Shape 133"/>
          <p:cNvSpPr/>
          <p:nvPr/>
        </p:nvSpPr>
        <p:spPr>
          <a:xfrm>
            <a:off x="3895344" y="4855464"/>
            <a:ext cx="1755648"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Shape 134"/>
          <p:cNvSpPr/>
          <p:nvPr/>
        </p:nvSpPr>
        <p:spPr>
          <a:xfrm>
            <a:off x="3941063" y="4892040"/>
            <a:ext cx="182880" cy="18288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Text 135"/>
          <p:cNvSpPr txBox="1"/>
          <p:nvPr/>
        </p:nvSpPr>
        <p:spPr>
          <a:xfrm>
            <a:off x="3941063" y="4892040"/>
            <a:ext cx="182880" cy="182880"/>
          </a:xfrm>
          <a:prstGeom prst="rect">
            <a:avLst/>
          </a:prstGeom>
          <a:noFill/>
        </p:spPr>
        <p:txBody>
          <a:bodyPr wrap="square" lIns="0" rIns="0" tIns="0" bIns="0" anchor="ctr">
            <a:spAutoFit/>
          </a:bodyPr>
          <a:lstStyle/>
          <a:p>
            <a:pPr algn="ctr"/>
            <a:r>
              <a:rPr sz="660" b="1" i="0">
                <a:solidFill>
                  <a:srgbClr val="000000"/>
                </a:solidFill>
                <a:latin typeface="Trenda IG Text"/>
              </a:rPr>
              <a:t>15</a:t>
            </a:r>
          </a:p>
        </p:txBody>
      </p:sp>
      <p:sp>
        <p:nvSpPr>
          <p:cNvPr id="148" name="Text 136"/>
          <p:cNvSpPr txBox="1"/>
          <p:nvPr/>
        </p:nvSpPr>
        <p:spPr>
          <a:xfrm>
            <a:off x="4169663" y="4864608"/>
            <a:ext cx="1444751" cy="329184"/>
          </a:xfrm>
          <a:prstGeom prst="rect">
            <a:avLst/>
          </a:prstGeom>
          <a:noFill/>
        </p:spPr>
        <p:txBody>
          <a:bodyPr wrap="square" lIns="0" rIns="0" tIns="0" bIns="0" anchor="t">
            <a:spAutoFit/>
          </a:bodyPr>
          <a:lstStyle/>
          <a:p>
            <a:pPr>
              <a:lnSpc>
                <a:spcPct val="90000"/>
              </a:lnSpc>
            </a:pPr>
            <a:r>
              <a:rPr sz="620" b="1" i="0">
                <a:solidFill>
                  <a:srgbClr val="1A1A1A"/>
                </a:solidFill>
                <a:latin typeface="Trenda IG Text"/>
              </a:rPr>
              <a:t>Policy engine + activation gateway</a:t>
            </a:r>
          </a:p>
        </p:txBody>
      </p:sp>
      <p:sp>
        <p:nvSpPr>
          <p:cNvPr id="149" name="Text 137"/>
          <p:cNvSpPr txBox="1"/>
          <p:nvPr/>
        </p:nvSpPr>
        <p:spPr>
          <a:xfrm>
            <a:off x="3968496" y="5202936"/>
            <a:ext cx="1627631" cy="374904"/>
          </a:xfrm>
          <a:prstGeom prst="rect">
            <a:avLst/>
          </a:prstGeom>
          <a:noFill/>
        </p:spPr>
        <p:txBody>
          <a:bodyPr wrap="square" lIns="0" rIns="0" tIns="0" bIns="0" anchor="t">
            <a:spAutoFit/>
          </a:bodyPr>
          <a:lstStyle/>
          <a:p>
            <a:r>
              <a:rPr sz="500" b="0" i="0">
                <a:solidFill>
                  <a:srgbClr val="4D4D4D"/>
                </a:solidFill>
                <a:latin typeface="Trenda IG Text"/>
              </a:rPr>
              <a:t>Purpose, consent, suppression, minimum fields, human authorization. Compliance Passport; time-limited.</a:t>
            </a:r>
          </a:p>
        </p:txBody>
      </p:sp>
      <p:sp>
        <p:nvSpPr>
          <p:cNvPr id="150" name="Shape 138"/>
          <p:cNvSpPr/>
          <p:nvPr/>
        </p:nvSpPr>
        <p:spPr>
          <a:xfrm>
            <a:off x="5833872" y="4818888"/>
            <a:ext cx="1325880" cy="374904"/>
          </a:xfrm>
          <a:prstGeom prst="roundRect">
            <a:avLst>
              <a:gd name="adj" fmla="val 7000"/>
            </a:avLst>
          </a:prstGeom>
          <a:solidFill>
            <a:srgbClr val="F7F7F7"/>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Shape 139"/>
          <p:cNvSpPr/>
          <p:nvPr/>
        </p:nvSpPr>
        <p:spPr>
          <a:xfrm>
            <a:off x="5907024" y="4882896"/>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Text 140"/>
          <p:cNvSpPr txBox="1"/>
          <p:nvPr/>
        </p:nvSpPr>
        <p:spPr>
          <a:xfrm>
            <a:off x="5907024" y="4882896"/>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16</a:t>
            </a:r>
          </a:p>
        </p:txBody>
      </p:sp>
      <p:pic>
        <p:nvPicPr>
          <p:cNvPr id="153" name="Picture 152" descr="salesforce.png"/>
          <p:cNvPicPr>
            <a:picLocks noChangeAspect="1"/>
          </p:cNvPicPr>
          <p:nvPr/>
        </p:nvPicPr>
        <p:blipFill>
          <a:blip r:embed="rId9"/>
          <a:stretch>
            <a:fillRect/>
          </a:stretch>
        </p:blipFill>
        <p:spPr>
          <a:xfrm>
            <a:off x="6163056" y="4882896"/>
            <a:ext cx="182880" cy="182880"/>
          </a:xfrm>
          <a:prstGeom prst="rect">
            <a:avLst/>
          </a:prstGeom>
        </p:spPr>
      </p:pic>
      <p:sp>
        <p:nvSpPr>
          <p:cNvPr id="154" name="Text 141"/>
          <p:cNvSpPr txBox="1"/>
          <p:nvPr/>
        </p:nvSpPr>
        <p:spPr>
          <a:xfrm>
            <a:off x="6400800" y="4873752"/>
            <a:ext cx="685800" cy="201168"/>
          </a:xfrm>
          <a:prstGeom prst="rect">
            <a:avLst/>
          </a:prstGeom>
          <a:noFill/>
        </p:spPr>
        <p:txBody>
          <a:bodyPr wrap="square" lIns="0" rIns="0" tIns="0" bIns="0" anchor="ctr">
            <a:spAutoFit/>
          </a:bodyPr>
          <a:lstStyle/>
          <a:p>
            <a:r>
              <a:rPr sz="560" b="1" i="0">
                <a:solidFill>
                  <a:srgbClr val="1A1A1A"/>
                </a:solidFill>
                <a:latin typeface="Trenda IG Text"/>
              </a:rPr>
              <a:t>A · via Data Cloud</a:t>
            </a:r>
          </a:p>
        </p:txBody>
      </p:sp>
      <p:sp>
        <p:nvSpPr>
          <p:cNvPr id="155" name="Shape 142"/>
          <p:cNvSpPr/>
          <p:nvPr/>
        </p:nvSpPr>
        <p:spPr>
          <a:xfrm>
            <a:off x="5833872" y="5248656"/>
            <a:ext cx="1325880" cy="374904"/>
          </a:xfrm>
          <a:prstGeom prst="roundRect">
            <a:avLst>
              <a:gd name="adj" fmla="val 7000"/>
            </a:avLst>
          </a:prstGeom>
          <a:solidFill>
            <a:srgbClr val="F7F7F7"/>
          </a:solidFill>
          <a:ln w="12700">
            <a:solidFill>
              <a:srgbClr val="00D6F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Text 143"/>
          <p:cNvSpPr txBox="1"/>
          <p:nvPr/>
        </p:nvSpPr>
        <p:spPr>
          <a:xfrm>
            <a:off x="5925312" y="5303520"/>
            <a:ext cx="1161288" cy="201168"/>
          </a:xfrm>
          <a:prstGeom prst="rect">
            <a:avLst/>
          </a:prstGeom>
          <a:noFill/>
        </p:spPr>
        <p:txBody>
          <a:bodyPr wrap="square" lIns="0" rIns="0" tIns="0" bIns="0" anchor="ctr">
            <a:spAutoFit/>
          </a:bodyPr>
          <a:lstStyle/>
          <a:p>
            <a:r>
              <a:rPr sz="560" b="1" i="0">
                <a:solidFill>
                  <a:srgbClr val="1A1A1A"/>
                </a:solidFill>
                <a:latin typeface="Trenda IG Text"/>
              </a:rPr>
              <a:t>B · direct pull</a:t>
            </a:r>
          </a:p>
        </p:txBody>
      </p:sp>
      <p:sp>
        <p:nvSpPr>
          <p:cNvPr id="157" name="Shape 144"/>
          <p:cNvSpPr/>
          <p:nvPr/>
        </p:nvSpPr>
        <p:spPr>
          <a:xfrm>
            <a:off x="7306056" y="4818888"/>
            <a:ext cx="1325880" cy="804672"/>
          </a:xfrm>
          <a:prstGeom prst="roundRect">
            <a:avLst>
              <a:gd name="adj" fmla="val 7000"/>
            </a:avLst>
          </a:prstGeom>
          <a:solidFill>
            <a:srgbClr val="F7F7F7"/>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Shape 145"/>
          <p:cNvSpPr/>
          <p:nvPr/>
        </p:nvSpPr>
        <p:spPr>
          <a:xfrm>
            <a:off x="7379208" y="4882896"/>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Text 146"/>
          <p:cNvSpPr txBox="1"/>
          <p:nvPr/>
        </p:nvSpPr>
        <p:spPr>
          <a:xfrm>
            <a:off x="7379208" y="4882896"/>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17</a:t>
            </a:r>
          </a:p>
        </p:txBody>
      </p:sp>
      <p:pic>
        <p:nvPicPr>
          <p:cNvPr id="160" name="Picture 159" descr="salesforce.png"/>
          <p:cNvPicPr>
            <a:picLocks noChangeAspect="1"/>
          </p:cNvPicPr>
          <p:nvPr/>
        </p:nvPicPr>
        <p:blipFill>
          <a:blip r:embed="rId9"/>
          <a:stretch>
            <a:fillRect/>
          </a:stretch>
        </p:blipFill>
        <p:spPr>
          <a:xfrm>
            <a:off x="7635240" y="4882896"/>
            <a:ext cx="182880" cy="182880"/>
          </a:xfrm>
          <a:prstGeom prst="rect">
            <a:avLst/>
          </a:prstGeom>
        </p:spPr>
      </p:pic>
      <p:sp>
        <p:nvSpPr>
          <p:cNvPr id="161" name="Text 147"/>
          <p:cNvSpPr txBox="1"/>
          <p:nvPr/>
        </p:nvSpPr>
        <p:spPr>
          <a:xfrm>
            <a:off x="7872983" y="4873752"/>
            <a:ext cx="685800" cy="201168"/>
          </a:xfrm>
          <a:prstGeom prst="rect">
            <a:avLst/>
          </a:prstGeom>
          <a:noFill/>
        </p:spPr>
        <p:txBody>
          <a:bodyPr wrap="square" lIns="0" rIns="0" tIns="0" bIns="0" anchor="ctr">
            <a:spAutoFit/>
          </a:bodyPr>
          <a:lstStyle/>
          <a:p>
            <a:r>
              <a:rPr sz="580" b="1" i="0">
                <a:solidFill>
                  <a:srgbClr val="1A1A1A"/>
                </a:solidFill>
                <a:latin typeface="Trenda IG Text"/>
              </a:rPr>
              <a:t>Data extension</a:t>
            </a:r>
          </a:p>
        </p:txBody>
      </p:sp>
      <p:sp>
        <p:nvSpPr>
          <p:cNvPr id="162" name="Text 148"/>
          <p:cNvSpPr txBox="1"/>
          <p:nvPr/>
        </p:nvSpPr>
        <p:spPr>
          <a:xfrm>
            <a:off x="7397496" y="5102352"/>
            <a:ext cx="1143000" cy="493776"/>
          </a:xfrm>
          <a:prstGeom prst="rect">
            <a:avLst/>
          </a:prstGeom>
          <a:noFill/>
        </p:spPr>
        <p:txBody>
          <a:bodyPr wrap="square" lIns="0" rIns="0" tIns="0" bIns="0" anchor="t">
            <a:spAutoFit/>
          </a:bodyPr>
          <a:lstStyle/>
          <a:p>
            <a:pPr>
              <a:spcAft>
                <a:spcPts val="100"/>
              </a:spcAft>
            </a:pPr>
            <a:r>
              <a:rPr sz="520" b="0" i="0">
                <a:solidFill>
                  <a:srgbClr val="4D4D4D"/>
                </a:solidFill>
                <a:latin typeface="Trenda IG Text"/>
              </a:rPr>
              <a:t>Approved records, this run only.</a:t>
            </a:r>
          </a:p>
        </p:txBody>
      </p:sp>
      <p:sp>
        <p:nvSpPr>
          <p:cNvPr id="163" name="Shape 149"/>
          <p:cNvSpPr/>
          <p:nvPr/>
        </p:nvSpPr>
        <p:spPr>
          <a:xfrm>
            <a:off x="8778240" y="4818888"/>
            <a:ext cx="1325880" cy="804672"/>
          </a:xfrm>
          <a:prstGeom prst="roundRect">
            <a:avLst>
              <a:gd name="adj" fmla="val 7000"/>
            </a:avLst>
          </a:prstGeom>
          <a:solidFill>
            <a:srgbClr val="F7F7F7"/>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Shape 150"/>
          <p:cNvSpPr/>
          <p:nvPr/>
        </p:nvSpPr>
        <p:spPr>
          <a:xfrm>
            <a:off x="8851392" y="4882896"/>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Text 151"/>
          <p:cNvSpPr txBox="1"/>
          <p:nvPr/>
        </p:nvSpPr>
        <p:spPr>
          <a:xfrm>
            <a:off x="8851392" y="4882896"/>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18</a:t>
            </a:r>
          </a:p>
        </p:txBody>
      </p:sp>
      <p:sp>
        <p:nvSpPr>
          <p:cNvPr id="166" name="Text 152"/>
          <p:cNvSpPr txBox="1"/>
          <p:nvPr/>
        </p:nvSpPr>
        <p:spPr>
          <a:xfrm>
            <a:off x="9107424" y="4873752"/>
            <a:ext cx="923543" cy="201168"/>
          </a:xfrm>
          <a:prstGeom prst="rect">
            <a:avLst/>
          </a:prstGeom>
          <a:noFill/>
        </p:spPr>
        <p:txBody>
          <a:bodyPr wrap="square" lIns="0" rIns="0" tIns="0" bIns="0" anchor="ctr">
            <a:spAutoFit/>
          </a:bodyPr>
          <a:lstStyle/>
          <a:p>
            <a:r>
              <a:rPr sz="580" b="1" i="0">
                <a:solidFill>
                  <a:srgbClr val="1A1A1A"/>
                </a:solidFill>
                <a:latin typeface="Trenda IG Text"/>
              </a:rPr>
              <a:t>Journey starts</a:t>
            </a:r>
          </a:p>
        </p:txBody>
      </p:sp>
      <p:sp>
        <p:nvSpPr>
          <p:cNvPr id="167" name="Text 153"/>
          <p:cNvSpPr txBox="1"/>
          <p:nvPr/>
        </p:nvSpPr>
        <p:spPr>
          <a:xfrm>
            <a:off x="8869680" y="5102352"/>
            <a:ext cx="1143000" cy="493776"/>
          </a:xfrm>
          <a:prstGeom prst="rect">
            <a:avLst/>
          </a:prstGeom>
          <a:noFill/>
        </p:spPr>
        <p:txBody>
          <a:bodyPr wrap="square" lIns="0" rIns="0" tIns="0" bIns="0" anchor="t">
            <a:spAutoFit/>
          </a:bodyPr>
          <a:lstStyle/>
          <a:p>
            <a:pPr>
              <a:spcAft>
                <a:spcPts val="100"/>
              </a:spcAft>
            </a:pPr>
            <a:r>
              <a:rPr sz="520" b="0" i="0">
                <a:solidFill>
                  <a:srgbClr val="4D4D4D"/>
                </a:solidFill>
                <a:latin typeface="Trenda IG Text"/>
              </a:rPr>
              <a:t>Built in 10, tested in 11, approved in 12.</a:t>
            </a:r>
          </a:p>
        </p:txBody>
      </p:sp>
      <p:sp>
        <p:nvSpPr>
          <p:cNvPr id="168" name="Shape 154"/>
          <p:cNvSpPr/>
          <p:nvPr/>
        </p:nvSpPr>
        <p:spPr>
          <a:xfrm>
            <a:off x="10250424" y="4818888"/>
            <a:ext cx="1225296" cy="374904"/>
          </a:xfrm>
          <a:prstGeom prst="roundRect">
            <a:avLst>
              <a:gd name="adj" fmla="val 7000"/>
            </a:avLst>
          </a:prstGeom>
          <a:solidFill>
            <a:srgbClr val="FFE6F0"/>
          </a:solidFill>
          <a:ln w="1270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Shape 155"/>
          <p:cNvSpPr/>
          <p:nvPr/>
        </p:nvSpPr>
        <p:spPr>
          <a:xfrm>
            <a:off x="10323576" y="4882896"/>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Text 156"/>
          <p:cNvSpPr txBox="1"/>
          <p:nvPr/>
        </p:nvSpPr>
        <p:spPr>
          <a:xfrm>
            <a:off x="10323576" y="4882896"/>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19</a:t>
            </a:r>
          </a:p>
        </p:txBody>
      </p:sp>
      <p:sp>
        <p:nvSpPr>
          <p:cNvPr id="171" name="Text 157"/>
          <p:cNvSpPr txBox="1"/>
          <p:nvPr/>
        </p:nvSpPr>
        <p:spPr>
          <a:xfrm>
            <a:off x="10579607" y="4873752"/>
            <a:ext cx="822960" cy="201168"/>
          </a:xfrm>
          <a:prstGeom prst="rect">
            <a:avLst/>
          </a:prstGeom>
          <a:noFill/>
        </p:spPr>
        <p:txBody>
          <a:bodyPr wrap="square" lIns="0" rIns="0" tIns="0" bIns="0" anchor="ctr">
            <a:spAutoFit/>
          </a:bodyPr>
          <a:lstStyle/>
          <a:p>
            <a:r>
              <a:rPr sz="540" b="1" i="0">
                <a:solidFill>
                  <a:srgbClr val="1A1A1A"/>
                </a:solidFill>
                <a:latin typeface="Trenda IG Text"/>
              </a:rPr>
              <a:t>Send-time check</a:t>
            </a:r>
          </a:p>
        </p:txBody>
      </p:sp>
      <p:sp>
        <p:nvSpPr>
          <p:cNvPr id="172" name="Shape 158"/>
          <p:cNvSpPr/>
          <p:nvPr/>
        </p:nvSpPr>
        <p:spPr>
          <a:xfrm>
            <a:off x="10250424" y="5248656"/>
            <a:ext cx="1225296" cy="374904"/>
          </a:xfrm>
          <a:prstGeom prst="roundRect">
            <a:avLst>
              <a:gd name="adj" fmla="val 7000"/>
            </a:avLst>
          </a:prstGeom>
          <a:solidFill>
            <a:srgbClr val="F7F7F7"/>
          </a:solidFill>
          <a:ln w="1270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Shape 159"/>
          <p:cNvSpPr/>
          <p:nvPr/>
        </p:nvSpPr>
        <p:spPr>
          <a:xfrm>
            <a:off x="10323576" y="5312664"/>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Text 160"/>
          <p:cNvSpPr txBox="1"/>
          <p:nvPr/>
        </p:nvSpPr>
        <p:spPr>
          <a:xfrm>
            <a:off x="10323576" y="5312664"/>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20</a:t>
            </a:r>
          </a:p>
        </p:txBody>
      </p:sp>
      <p:sp>
        <p:nvSpPr>
          <p:cNvPr id="175" name="Text 161"/>
          <p:cNvSpPr txBox="1"/>
          <p:nvPr/>
        </p:nvSpPr>
        <p:spPr>
          <a:xfrm>
            <a:off x="10579607" y="5303520"/>
            <a:ext cx="822960" cy="201168"/>
          </a:xfrm>
          <a:prstGeom prst="rect">
            <a:avLst/>
          </a:prstGeom>
          <a:noFill/>
        </p:spPr>
        <p:txBody>
          <a:bodyPr wrap="square" lIns="0" rIns="0" tIns="0" bIns="0" anchor="ctr">
            <a:spAutoFit/>
          </a:bodyPr>
          <a:lstStyle/>
          <a:p>
            <a:r>
              <a:rPr sz="540" b="1" i="0">
                <a:solidFill>
                  <a:srgbClr val="1A1A1A"/>
                </a:solidFill>
                <a:latin typeface="Trenda IG Text"/>
              </a:rPr>
              <a:t>Measurement</a:t>
            </a:r>
          </a:p>
        </p:txBody>
      </p:sp>
      <p:cxnSp>
        <p:nvCxnSpPr>
          <p:cNvPr id="176" name="Arrow 162"/>
          <p:cNvCxnSpPr/>
          <p:nvPr/>
        </p:nvCxnSpPr>
        <p:spPr>
          <a:xfrm>
            <a:off x="10863072" y="5193792"/>
            <a:ext cx="0" cy="54864"/>
          </a:xfrm>
          <a:prstGeom prst="line">
            <a:avLst/>
          </a:prstGeom>
          <a:ln w="12700">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7" name="Arrow 163"/>
          <p:cNvCxnSpPr/>
          <p:nvPr/>
        </p:nvCxnSpPr>
        <p:spPr>
          <a:xfrm>
            <a:off x="2103120" y="5221224"/>
            <a:ext cx="146304"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8" name="Arrow 164"/>
          <p:cNvCxnSpPr/>
          <p:nvPr/>
        </p:nvCxnSpPr>
        <p:spPr>
          <a:xfrm>
            <a:off x="3712464" y="5221224"/>
            <a:ext cx="146304"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9" name="Arrow 165"/>
          <p:cNvCxnSpPr/>
          <p:nvPr/>
        </p:nvCxnSpPr>
        <p:spPr>
          <a:xfrm>
            <a:off x="5687568" y="5006340"/>
            <a:ext cx="146304" cy="0"/>
          </a:xfrm>
          <a:prstGeom prst="line">
            <a:avLst/>
          </a:prstGeom>
          <a:ln w="12700">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0" name="Arrow 166"/>
          <p:cNvCxnSpPr/>
          <p:nvPr/>
        </p:nvCxnSpPr>
        <p:spPr>
          <a:xfrm>
            <a:off x="7159752" y="5006340"/>
            <a:ext cx="146304" cy="0"/>
          </a:xfrm>
          <a:prstGeom prst="line">
            <a:avLst/>
          </a:prstGeom>
          <a:ln w="12700">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1" name="Arrow 167"/>
          <p:cNvCxnSpPr/>
          <p:nvPr/>
        </p:nvCxnSpPr>
        <p:spPr>
          <a:xfrm>
            <a:off x="5687568" y="5436108"/>
            <a:ext cx="146304" cy="0"/>
          </a:xfrm>
          <a:prstGeom prst="line">
            <a:avLst/>
          </a:prstGeom>
          <a:ln w="12700">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2" name="Arrow 168"/>
          <p:cNvCxnSpPr/>
          <p:nvPr/>
        </p:nvCxnSpPr>
        <p:spPr>
          <a:xfrm>
            <a:off x="7159752" y="5436108"/>
            <a:ext cx="146304" cy="0"/>
          </a:xfrm>
          <a:prstGeom prst="line">
            <a:avLst/>
          </a:prstGeom>
          <a:ln w="12700">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3" name="Arrow 169"/>
          <p:cNvCxnSpPr/>
          <p:nvPr/>
        </p:nvCxnSpPr>
        <p:spPr>
          <a:xfrm>
            <a:off x="8631936" y="5221224"/>
            <a:ext cx="146304"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4" name="Arrow 170"/>
          <p:cNvCxnSpPr/>
          <p:nvPr/>
        </p:nvCxnSpPr>
        <p:spPr>
          <a:xfrm>
            <a:off x="10104119" y="5006340"/>
            <a:ext cx="146305"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5" name="Arrow 171"/>
          <p:cNvCxnSpPr/>
          <p:nvPr/>
        </p:nvCxnSpPr>
        <p:spPr>
          <a:xfrm>
            <a:off x="11475719" y="1668780"/>
            <a:ext cx="246889" cy="0"/>
          </a:xfrm>
          <a:prstGeom prst="line">
            <a:avLst/>
          </a:prstGeom>
          <a:ln w="19050">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186" name="Arrow 172"/>
          <p:cNvCxnSpPr/>
          <p:nvPr/>
        </p:nvCxnSpPr>
        <p:spPr>
          <a:xfrm>
            <a:off x="11722608" y="1668780"/>
            <a:ext cx="0" cy="2775204"/>
          </a:xfrm>
          <a:prstGeom prst="line">
            <a:avLst/>
          </a:prstGeom>
          <a:ln w="19050">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187" name="Arrow 173"/>
          <p:cNvCxnSpPr/>
          <p:nvPr/>
        </p:nvCxnSpPr>
        <p:spPr>
          <a:xfrm flipH="1">
            <a:off x="1005840" y="4443984"/>
            <a:ext cx="10716768" cy="0"/>
          </a:xfrm>
          <a:prstGeom prst="line">
            <a:avLst/>
          </a:prstGeom>
          <a:ln w="19050">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188" name="Arrow 174"/>
          <p:cNvCxnSpPr/>
          <p:nvPr/>
        </p:nvCxnSpPr>
        <p:spPr>
          <a:xfrm>
            <a:off x="1005840" y="4443984"/>
            <a:ext cx="0" cy="374904"/>
          </a:xfrm>
          <a:prstGeom prst="line">
            <a:avLst/>
          </a:prstGeom>
          <a:ln w="1905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9" name="Arrow 175"/>
          <p:cNvCxnSpPr/>
          <p:nvPr/>
        </p:nvCxnSpPr>
        <p:spPr>
          <a:xfrm>
            <a:off x="10863072" y="5623560"/>
            <a:ext cx="0" cy="109728"/>
          </a:xfrm>
          <a:prstGeom prst="line">
            <a:avLst/>
          </a:prstGeom>
          <a:ln w="15875">
            <a:solidFill>
              <a:srgbClr val="56E13B"/>
            </a:solidFill>
          </a:ln>
        </p:spPr>
        <p:style>
          <a:lnRef idx="2">
            <a:schemeClr val="accent1"/>
          </a:lnRef>
          <a:fillRef idx="0">
            <a:schemeClr val="accent1"/>
          </a:fillRef>
          <a:effectRef idx="1">
            <a:schemeClr val="accent1"/>
          </a:effectRef>
          <a:fontRef idx="minor">
            <a:schemeClr val="tx1"/>
          </a:fontRef>
        </p:style>
      </p:cxnSp>
      <p:cxnSp>
        <p:nvCxnSpPr>
          <p:cNvPr id="190" name="Arrow 176"/>
          <p:cNvCxnSpPr/>
          <p:nvPr/>
        </p:nvCxnSpPr>
        <p:spPr>
          <a:xfrm flipH="1">
            <a:off x="301752" y="5733288"/>
            <a:ext cx="10561320" cy="0"/>
          </a:xfrm>
          <a:prstGeom prst="line">
            <a:avLst/>
          </a:prstGeom>
          <a:ln w="15875">
            <a:solidFill>
              <a:srgbClr val="56E13B"/>
            </a:solidFill>
          </a:ln>
        </p:spPr>
        <p:style>
          <a:lnRef idx="2">
            <a:schemeClr val="accent1"/>
          </a:lnRef>
          <a:fillRef idx="0">
            <a:schemeClr val="accent1"/>
          </a:fillRef>
          <a:effectRef idx="1">
            <a:schemeClr val="accent1"/>
          </a:effectRef>
          <a:fontRef idx="minor">
            <a:schemeClr val="tx1"/>
          </a:fontRef>
        </p:style>
      </p:cxnSp>
      <p:cxnSp>
        <p:nvCxnSpPr>
          <p:cNvPr id="191" name="Arrow 177"/>
          <p:cNvCxnSpPr/>
          <p:nvPr/>
        </p:nvCxnSpPr>
        <p:spPr>
          <a:xfrm flipV="1">
            <a:off x="301752" y="1883664"/>
            <a:ext cx="0" cy="3849624"/>
          </a:xfrm>
          <a:prstGeom prst="line">
            <a:avLst/>
          </a:prstGeom>
          <a:ln w="15875">
            <a:solidFill>
              <a:srgbClr val="56E13B"/>
            </a:solidFill>
          </a:ln>
        </p:spPr>
        <p:style>
          <a:lnRef idx="2">
            <a:schemeClr val="accent1"/>
          </a:lnRef>
          <a:fillRef idx="0">
            <a:schemeClr val="accent1"/>
          </a:fillRef>
          <a:effectRef idx="1">
            <a:schemeClr val="accent1"/>
          </a:effectRef>
          <a:fontRef idx="minor">
            <a:schemeClr val="tx1"/>
          </a:fontRef>
        </p:style>
      </p:cxnSp>
      <p:cxnSp>
        <p:nvCxnSpPr>
          <p:cNvPr id="192" name="Arrow 178"/>
          <p:cNvCxnSpPr/>
          <p:nvPr/>
        </p:nvCxnSpPr>
        <p:spPr>
          <a:xfrm>
            <a:off x="301752" y="1883664"/>
            <a:ext cx="246888" cy="0"/>
          </a:xfrm>
          <a:prstGeom prst="line">
            <a:avLst/>
          </a:prstGeom>
          <a:ln w="15875">
            <a:solidFill>
              <a:srgbClr val="56E1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3" name="Shape 179"/>
          <p:cNvSpPr/>
          <p:nvPr/>
        </p:nvSpPr>
        <p:spPr>
          <a:xfrm>
            <a:off x="7863840" y="5669279"/>
            <a:ext cx="2194560" cy="128016"/>
          </a:xfrm>
          <a:prstGeom prst="roundRect">
            <a:avLst>
              <a:gd name="adj" fmla="val 50000"/>
            </a:avLst>
          </a:prstGeom>
          <a:solidFill>
            <a:srgbClr val="56E13B"/>
          </a:solidFill>
          <a:ln w="9525">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4" name="Text 180"/>
          <p:cNvSpPr txBox="1"/>
          <p:nvPr/>
        </p:nvSpPr>
        <p:spPr>
          <a:xfrm>
            <a:off x="7863840" y="5669279"/>
            <a:ext cx="2194560" cy="128016"/>
          </a:xfrm>
          <a:prstGeom prst="rect">
            <a:avLst/>
          </a:prstGeom>
          <a:noFill/>
        </p:spPr>
        <p:txBody>
          <a:bodyPr wrap="square" lIns="0" rIns="0" tIns="0" bIns="0" anchor="ctr">
            <a:spAutoFit/>
          </a:bodyPr>
          <a:lstStyle/>
          <a:p>
            <a:pPr algn="ctr"/>
            <a:r>
              <a:rPr sz="459" b="1" i="0" spc="80">
                <a:solidFill>
                  <a:srgbClr val="000000"/>
                </a:solidFill>
                <a:latin typeface="Trenda IG Text"/>
              </a:rPr>
              <a:t>ENGAGEMENT BACK → NEXT RUN</a:t>
            </a:r>
          </a:p>
        </p:txBody>
      </p:sp>
      <p:sp>
        <p:nvSpPr>
          <p:cNvPr id="195" name="Text 181"/>
          <p:cNvSpPr txBox="1"/>
          <p:nvPr/>
        </p:nvSpPr>
        <p:spPr>
          <a:xfrm>
            <a:off x="411480" y="5815584"/>
            <a:ext cx="1143000" cy="457200"/>
          </a:xfrm>
          <a:prstGeom prst="rect">
            <a:avLst/>
          </a:prstGeom>
          <a:noFill/>
        </p:spPr>
        <p:txBody>
          <a:bodyPr wrap="square" lIns="0" rIns="0" tIns="0" bIns="0" anchor="ctr">
            <a:spAutoFit/>
          </a:bodyPr>
          <a:lstStyle/>
          <a:p>
            <a:pPr>
              <a:spcAft>
                <a:spcPts val="100"/>
              </a:spcAft>
            </a:pPr>
            <a:r>
              <a:rPr sz="620" b="1" i="0" spc="120">
                <a:solidFill>
                  <a:srgbClr val="FF0069"/>
                </a:solidFill>
                <a:latin typeface="Trenda IG Text"/>
              </a:rPr>
              <a:t>SAFEGUARDS</a:t>
            </a:r>
          </a:p>
          <a:p>
            <a:pPr>
              <a:spcAft>
                <a:spcPts val="100"/>
              </a:spcAft>
            </a:pPr>
            <a:r>
              <a:rPr sz="500" b="0" i="0">
                <a:solidFill>
                  <a:srgbClr val="6B6B6B"/>
                </a:solidFill>
                <a:latin typeface="Trenda IG Text"/>
              </a:rPr>
              <a:t>no wrong or no-consent patient</a:t>
            </a:r>
          </a:p>
        </p:txBody>
      </p:sp>
      <p:sp>
        <p:nvSpPr>
          <p:cNvPr id="196" name="Shape 182"/>
          <p:cNvSpPr/>
          <p:nvPr/>
        </p:nvSpPr>
        <p:spPr>
          <a:xfrm>
            <a:off x="1600200" y="5815584"/>
            <a:ext cx="1367681" cy="4572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7" name="Shape 183"/>
          <p:cNvSpPr/>
          <p:nvPr/>
        </p:nvSpPr>
        <p:spPr>
          <a:xfrm>
            <a:off x="1600200" y="5815584"/>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8" name="Text 184"/>
          <p:cNvSpPr txBox="1"/>
          <p:nvPr/>
        </p:nvSpPr>
        <p:spPr>
          <a:xfrm>
            <a:off x="1709928" y="5815584"/>
            <a:ext cx="1221377" cy="457200"/>
          </a:xfrm>
          <a:prstGeom prst="rect">
            <a:avLst/>
          </a:prstGeom>
          <a:noFill/>
        </p:spPr>
        <p:txBody>
          <a:bodyPr wrap="square" lIns="0" rIns="0" tIns="0" bIns="0" anchor="ctr">
            <a:spAutoFit/>
          </a:bodyPr>
          <a:lstStyle/>
          <a:p>
            <a:r>
              <a:rPr sz="580" b="0" i="0">
                <a:solidFill>
                  <a:srgbClr val="1A1A1A"/>
                </a:solidFill>
                <a:latin typeface="Trenda IG Text"/>
              </a:rPr>
              <a:t>Build and test before any data lands</a:t>
            </a:r>
          </a:p>
        </p:txBody>
      </p:sp>
      <p:sp>
        <p:nvSpPr>
          <p:cNvPr id="199" name="Shape 185"/>
          <p:cNvSpPr/>
          <p:nvPr/>
        </p:nvSpPr>
        <p:spPr>
          <a:xfrm>
            <a:off x="3041033" y="5815584"/>
            <a:ext cx="1367681" cy="4572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0" name="Shape 186"/>
          <p:cNvSpPr/>
          <p:nvPr/>
        </p:nvSpPr>
        <p:spPr>
          <a:xfrm>
            <a:off x="3041033" y="5815584"/>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1" name="Text 187"/>
          <p:cNvSpPr txBox="1"/>
          <p:nvPr/>
        </p:nvSpPr>
        <p:spPr>
          <a:xfrm>
            <a:off x="3150761" y="5815584"/>
            <a:ext cx="1221377" cy="457200"/>
          </a:xfrm>
          <a:prstGeom prst="rect">
            <a:avLst/>
          </a:prstGeom>
          <a:noFill/>
        </p:spPr>
        <p:txBody>
          <a:bodyPr wrap="square" lIns="0" rIns="0" tIns="0" bIns="0" anchor="ctr">
            <a:spAutoFit/>
          </a:bodyPr>
          <a:lstStyle/>
          <a:p>
            <a:r>
              <a:rPr sz="580" b="0" i="0">
                <a:solidFill>
                  <a:srgbClr val="1A1A1A"/>
                </a:solidFill>
                <a:latin typeface="Trenda IG Text"/>
              </a:rPr>
              <a:t>G2: masked pre-send report</a:t>
            </a:r>
          </a:p>
        </p:txBody>
      </p:sp>
      <p:sp>
        <p:nvSpPr>
          <p:cNvPr id="202" name="Shape 188"/>
          <p:cNvSpPr/>
          <p:nvPr/>
        </p:nvSpPr>
        <p:spPr>
          <a:xfrm>
            <a:off x="4481866" y="5815584"/>
            <a:ext cx="1367681" cy="4572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3" name="Shape 189"/>
          <p:cNvSpPr/>
          <p:nvPr/>
        </p:nvSpPr>
        <p:spPr>
          <a:xfrm>
            <a:off x="4481866" y="5815584"/>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4" name="Text 190"/>
          <p:cNvSpPr txBox="1"/>
          <p:nvPr/>
        </p:nvSpPr>
        <p:spPr>
          <a:xfrm>
            <a:off x="4591594" y="5815584"/>
            <a:ext cx="1221377" cy="457200"/>
          </a:xfrm>
          <a:prstGeom prst="rect">
            <a:avLst/>
          </a:prstGeom>
          <a:noFill/>
        </p:spPr>
        <p:txBody>
          <a:bodyPr wrap="square" lIns="0" rIns="0" tIns="0" bIns="0" anchor="ctr">
            <a:spAutoFit/>
          </a:bodyPr>
          <a:lstStyle/>
          <a:p>
            <a:r>
              <a:rPr sz="580" b="0" i="0">
                <a:solidFill>
                  <a:srgbClr val="1A1A1A"/>
                </a:solidFill>
                <a:latin typeface="Trenda IG Text"/>
              </a:rPr>
              <a:t>Minimum fields, only after G2 + G3</a:t>
            </a:r>
          </a:p>
        </p:txBody>
      </p:sp>
      <p:sp>
        <p:nvSpPr>
          <p:cNvPr id="205" name="Shape 191"/>
          <p:cNvSpPr/>
          <p:nvPr/>
        </p:nvSpPr>
        <p:spPr>
          <a:xfrm>
            <a:off x="5922699" y="5815584"/>
            <a:ext cx="1367681" cy="4572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 name="Shape 192"/>
          <p:cNvSpPr/>
          <p:nvPr/>
        </p:nvSpPr>
        <p:spPr>
          <a:xfrm>
            <a:off x="5922699" y="5815584"/>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 name="Text 193"/>
          <p:cNvSpPr txBox="1"/>
          <p:nvPr/>
        </p:nvSpPr>
        <p:spPr>
          <a:xfrm>
            <a:off x="6032427" y="5815584"/>
            <a:ext cx="1221377" cy="457200"/>
          </a:xfrm>
          <a:prstGeom prst="rect">
            <a:avLst/>
          </a:prstGeom>
          <a:noFill/>
        </p:spPr>
        <p:txBody>
          <a:bodyPr wrap="square" lIns="0" rIns="0" tIns="0" bIns="0" anchor="ctr">
            <a:spAutoFit/>
          </a:bodyPr>
          <a:lstStyle/>
          <a:p>
            <a:r>
              <a:rPr sz="580" b="0" i="0">
                <a:solidFill>
                  <a:srgbClr val="1A1A1A"/>
                </a:solidFill>
                <a:latin typeface="Trenda IG Text"/>
              </a:rPr>
              <a:t>Gateway release; agents hold no raw PHI</a:t>
            </a:r>
          </a:p>
        </p:txBody>
      </p:sp>
      <p:sp>
        <p:nvSpPr>
          <p:cNvPr id="208" name="Shape 194"/>
          <p:cNvSpPr/>
          <p:nvPr/>
        </p:nvSpPr>
        <p:spPr>
          <a:xfrm>
            <a:off x="7363532" y="5815584"/>
            <a:ext cx="1367681" cy="4572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9" name="Shape 195"/>
          <p:cNvSpPr/>
          <p:nvPr/>
        </p:nvSpPr>
        <p:spPr>
          <a:xfrm>
            <a:off x="7363532" y="5815584"/>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 name="Text 196"/>
          <p:cNvSpPr txBox="1"/>
          <p:nvPr/>
        </p:nvSpPr>
        <p:spPr>
          <a:xfrm>
            <a:off x="7473260" y="5815584"/>
            <a:ext cx="1221377" cy="457200"/>
          </a:xfrm>
          <a:prstGeom prst="rect">
            <a:avLst/>
          </a:prstGeom>
          <a:noFill/>
        </p:spPr>
        <p:txBody>
          <a:bodyPr wrap="square" lIns="0" rIns="0" tIns="0" bIns="0" anchor="ctr">
            <a:spAutoFit/>
          </a:bodyPr>
          <a:lstStyle/>
          <a:p>
            <a:r>
              <a:rPr sz="580" b="0" i="0">
                <a:solidFill>
                  <a:srgbClr val="1A1A1A"/>
                </a:solidFill>
                <a:latin typeface="Trenda IG Text"/>
              </a:rPr>
              <a:t>Collibra steward approves masking</a:t>
            </a:r>
          </a:p>
        </p:txBody>
      </p:sp>
      <p:sp>
        <p:nvSpPr>
          <p:cNvPr id="211" name="Shape 197"/>
          <p:cNvSpPr/>
          <p:nvPr/>
        </p:nvSpPr>
        <p:spPr>
          <a:xfrm>
            <a:off x="8804365" y="5815584"/>
            <a:ext cx="1367681" cy="4572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2" name="Shape 198"/>
          <p:cNvSpPr/>
          <p:nvPr/>
        </p:nvSpPr>
        <p:spPr>
          <a:xfrm>
            <a:off x="8804365" y="5815584"/>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3" name="Text 199"/>
          <p:cNvSpPr txBox="1"/>
          <p:nvPr/>
        </p:nvSpPr>
        <p:spPr>
          <a:xfrm>
            <a:off x="8914093" y="5815584"/>
            <a:ext cx="1221377" cy="457200"/>
          </a:xfrm>
          <a:prstGeom prst="rect">
            <a:avLst/>
          </a:prstGeom>
          <a:noFill/>
        </p:spPr>
        <p:txBody>
          <a:bodyPr wrap="square" lIns="0" rIns="0" tIns="0" bIns="0" anchor="ctr">
            <a:spAutoFit/>
          </a:bodyPr>
          <a:lstStyle/>
          <a:p>
            <a:r>
              <a:rPr sz="580" b="0" i="0">
                <a:solidFill>
                  <a:srgbClr val="1A1A1A"/>
                </a:solidFill>
                <a:latin typeface="Trenda IG Text"/>
              </a:rPr>
              <a:t>Retry cap: 5, then an owner</a:t>
            </a:r>
          </a:p>
        </p:txBody>
      </p:sp>
      <p:sp>
        <p:nvSpPr>
          <p:cNvPr id="214" name="Shape 200"/>
          <p:cNvSpPr/>
          <p:nvPr/>
        </p:nvSpPr>
        <p:spPr>
          <a:xfrm>
            <a:off x="10245198" y="5815584"/>
            <a:ext cx="1367681" cy="45720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5" name="Shape 201"/>
          <p:cNvSpPr/>
          <p:nvPr/>
        </p:nvSpPr>
        <p:spPr>
          <a:xfrm>
            <a:off x="10245198" y="5815584"/>
            <a:ext cx="45720" cy="45720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6" name="Text 202"/>
          <p:cNvSpPr txBox="1"/>
          <p:nvPr/>
        </p:nvSpPr>
        <p:spPr>
          <a:xfrm>
            <a:off x="10354926" y="5815584"/>
            <a:ext cx="1221377" cy="457200"/>
          </a:xfrm>
          <a:prstGeom prst="rect">
            <a:avLst/>
          </a:prstGeom>
          <a:noFill/>
        </p:spPr>
        <p:txBody>
          <a:bodyPr wrap="square" lIns="0" rIns="0" tIns="0" bIns="0" anchor="ctr">
            <a:spAutoFit/>
          </a:bodyPr>
          <a:lstStyle/>
          <a:p>
            <a:r>
              <a:rPr sz="580" b="0" i="0">
                <a:solidFill>
                  <a:srgbClr val="1A1A1A"/>
                </a:solidFill>
                <a:latin typeface="Trenda IG Text"/>
              </a:rPr>
              <a:t>Send-time re-checks + feedback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89A0"/>
                </a:solidFill>
                <a:latin typeface="Trenda IG Text"/>
              </a:rPr>
              <a:t>AGENTIC HEALTHCARE CAMPAIGN PLATFORM · BUILD ORDER</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How we build it: safeguards first, release last</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The 1-20 numbers are the order a campaign runs. We build in this order, so every safeguard exists and release is proven on synthetic data before any real patient moves.</a:t>
            </a:r>
          </a:p>
        </p:txBody>
      </p:sp>
      <p:sp>
        <p:nvSpPr>
          <p:cNvPr id="5" name="Shape 4"/>
          <p:cNvSpPr/>
          <p:nvPr/>
        </p:nvSpPr>
        <p:spPr>
          <a:xfrm>
            <a:off x="411480" y="1188720"/>
            <a:ext cx="1561011" cy="329184"/>
          </a:xfrm>
          <a:prstGeom prst="homePlat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521208" y="1188720"/>
            <a:ext cx="1231827" cy="329184"/>
          </a:xfrm>
          <a:prstGeom prst="rect">
            <a:avLst/>
          </a:prstGeom>
          <a:noFill/>
        </p:spPr>
        <p:txBody>
          <a:bodyPr wrap="square" lIns="0" rIns="0" tIns="0" bIns="0" anchor="ctr">
            <a:spAutoFit/>
          </a:bodyPr>
          <a:lstStyle/>
          <a:p>
            <a:r>
              <a:rPr sz="620" b="1" i="0">
                <a:solidFill>
                  <a:srgbClr val="000000"/>
                </a:solidFill>
                <a:latin typeface="Trenda IG Text"/>
              </a:rPr>
              <a:t>PHASE 0  </a:t>
            </a:r>
            <a:r>
              <a:rPr sz="620" b="1" i="0">
                <a:solidFill>
                  <a:srgbClr val="000000"/>
                </a:solidFill>
                <a:latin typeface="Trenda IG Text"/>
              </a:rPr>
              <a:t>Discovery</a:t>
            </a:r>
          </a:p>
        </p:txBody>
      </p:sp>
      <p:sp>
        <p:nvSpPr>
          <p:cNvPr id="7" name="Shape 6"/>
          <p:cNvSpPr/>
          <p:nvPr/>
        </p:nvSpPr>
        <p:spPr>
          <a:xfrm>
            <a:off x="411480" y="1591056"/>
            <a:ext cx="1561011" cy="3072384"/>
          </a:xfrm>
          <a:prstGeom prst="roundRect">
            <a:avLst>
              <a:gd name="adj" fmla="val 4000"/>
            </a:avLst>
          </a:prstGeom>
          <a:solidFill>
            <a:srgbClr val="F7F7F7"/>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 7"/>
          <p:cNvSpPr txBox="1"/>
          <p:nvPr/>
        </p:nvSpPr>
        <p:spPr>
          <a:xfrm>
            <a:off x="502920" y="1645920"/>
            <a:ext cx="1378131" cy="164592"/>
          </a:xfrm>
          <a:prstGeom prst="rect">
            <a:avLst/>
          </a:prstGeom>
          <a:noFill/>
        </p:spPr>
        <p:txBody>
          <a:bodyPr wrap="square" lIns="0" rIns="0" tIns="0" bIns="0" anchor="ctr">
            <a:spAutoFit/>
          </a:bodyPr>
          <a:lstStyle/>
          <a:p>
            <a:r>
              <a:rPr sz="480" b="1" i="0" spc="100">
                <a:solidFill>
                  <a:srgbClr val="6B6B6B"/>
                </a:solidFill>
                <a:latin typeface="Trenda IG Text"/>
              </a:rPr>
              <a:t>BOXES ON THE SLIDE</a:t>
            </a:r>
          </a:p>
        </p:txBody>
      </p:sp>
      <p:sp>
        <p:nvSpPr>
          <p:cNvPr id="9" name="Shape 8"/>
          <p:cNvSpPr/>
          <p:nvPr/>
        </p:nvSpPr>
        <p:spPr>
          <a:xfrm>
            <a:off x="502920" y="1828800"/>
            <a:ext cx="1378131" cy="237744"/>
          </a:xfrm>
          <a:prstGeom prst="roundRect">
            <a:avLst>
              <a:gd name="adj" fmla="val 30000"/>
            </a:avLst>
          </a:prstGeom>
          <a:solidFill>
            <a:srgbClr val="E0FAFE"/>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9"/>
          <p:cNvSpPr txBox="1"/>
          <p:nvPr/>
        </p:nvSpPr>
        <p:spPr>
          <a:xfrm>
            <a:off x="502920" y="1828800"/>
            <a:ext cx="1378131" cy="237744"/>
          </a:xfrm>
          <a:prstGeom prst="rect">
            <a:avLst/>
          </a:prstGeom>
          <a:noFill/>
        </p:spPr>
        <p:txBody>
          <a:bodyPr wrap="square" lIns="0" rIns="0" tIns="0" bIns="0" anchor="ctr">
            <a:spAutoFit/>
          </a:bodyPr>
          <a:lstStyle/>
          <a:p>
            <a:pPr algn="ctr"/>
            <a:r>
              <a:rPr sz="640" b="1" i="0">
                <a:solidFill>
                  <a:srgbClr val="1A1A1A"/>
                </a:solidFill>
                <a:latin typeface="Trenda IG Text"/>
              </a:rPr>
              <a:t>before 1</a:t>
            </a:r>
          </a:p>
        </p:txBody>
      </p:sp>
      <p:sp>
        <p:nvSpPr>
          <p:cNvPr id="11" name="Shape 10"/>
          <p:cNvSpPr/>
          <p:nvPr/>
        </p:nvSpPr>
        <p:spPr>
          <a:xfrm>
            <a:off x="521208" y="2221991"/>
            <a:ext cx="54864" cy="54864"/>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1"/>
          <p:cNvSpPr txBox="1"/>
          <p:nvPr/>
        </p:nvSpPr>
        <p:spPr>
          <a:xfrm>
            <a:off x="630936" y="2157984"/>
            <a:ext cx="1268403" cy="365760"/>
          </a:xfrm>
          <a:prstGeom prst="rect">
            <a:avLst/>
          </a:prstGeom>
          <a:noFill/>
        </p:spPr>
        <p:txBody>
          <a:bodyPr wrap="square" lIns="0" rIns="0" tIns="0" bIns="0" anchor="t">
            <a:spAutoFit/>
          </a:bodyPr>
          <a:lstStyle/>
          <a:p>
            <a:r>
              <a:rPr sz="580" b="0" i="0">
                <a:solidFill>
                  <a:srgbClr val="4D4D4D"/>
                </a:solidFill>
                <a:latin typeface="Trenda IG Text"/>
              </a:rPr>
              <a:t>BigQuery inventory, PHI classifications, Collibra owners, refresh rates</a:t>
            </a:r>
          </a:p>
        </p:txBody>
      </p:sp>
      <p:sp>
        <p:nvSpPr>
          <p:cNvPr id="13" name="Shape 12"/>
          <p:cNvSpPr/>
          <p:nvPr/>
        </p:nvSpPr>
        <p:spPr>
          <a:xfrm>
            <a:off x="521208" y="2606039"/>
            <a:ext cx="54864" cy="54864"/>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3"/>
          <p:cNvSpPr txBox="1"/>
          <p:nvPr/>
        </p:nvSpPr>
        <p:spPr>
          <a:xfrm>
            <a:off x="630936" y="2542032"/>
            <a:ext cx="1268403" cy="365760"/>
          </a:xfrm>
          <a:prstGeom prst="rect">
            <a:avLst/>
          </a:prstGeom>
          <a:noFill/>
        </p:spPr>
        <p:txBody>
          <a:bodyPr wrap="square" lIns="0" rIns="0" tIns="0" bIns="0" anchor="t">
            <a:spAutoFit/>
          </a:bodyPr>
          <a:lstStyle/>
          <a:p>
            <a:r>
              <a:rPr sz="580" b="0" i="0">
                <a:solidFill>
                  <a:srgbClr val="4D4D4D"/>
                </a:solidFill>
                <a:latin typeface="Trenda IG Text"/>
              </a:rPr>
              <a:t>Map today's CHF campaign end to end</a:t>
            </a:r>
          </a:p>
        </p:txBody>
      </p:sp>
      <p:sp>
        <p:nvSpPr>
          <p:cNvPr id="15" name="Shape 14"/>
          <p:cNvSpPr/>
          <p:nvPr/>
        </p:nvSpPr>
        <p:spPr>
          <a:xfrm>
            <a:off x="521208" y="2990087"/>
            <a:ext cx="54864" cy="54864"/>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 15"/>
          <p:cNvSpPr txBox="1"/>
          <p:nvPr/>
        </p:nvSpPr>
        <p:spPr>
          <a:xfrm>
            <a:off x="630936" y="2926079"/>
            <a:ext cx="1268403" cy="365760"/>
          </a:xfrm>
          <a:prstGeom prst="rect">
            <a:avLst/>
          </a:prstGeom>
          <a:noFill/>
        </p:spPr>
        <p:txBody>
          <a:bodyPr wrap="square" lIns="0" rIns="0" tIns="0" bIns="0" anchor="t">
            <a:spAutoFit/>
          </a:bodyPr>
          <a:lstStyle/>
          <a:p>
            <a:r>
              <a:rPr sz="580" b="0" i="0">
                <a:solidFill>
                  <a:srgbClr val="4D4D4D"/>
                </a:solidFill>
                <a:latin typeface="Trenda IG Text"/>
              </a:rPr>
              <a:t>BAAs, Salesforce licences, G1-G3 signers</a:t>
            </a:r>
          </a:p>
        </p:txBody>
      </p:sp>
      <p:sp>
        <p:nvSpPr>
          <p:cNvPr id="17" name="Shape 16"/>
          <p:cNvSpPr/>
          <p:nvPr/>
        </p:nvSpPr>
        <p:spPr>
          <a:xfrm>
            <a:off x="521208" y="3374136"/>
            <a:ext cx="54864" cy="54864"/>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7"/>
          <p:cNvSpPr txBox="1"/>
          <p:nvPr/>
        </p:nvSpPr>
        <p:spPr>
          <a:xfrm>
            <a:off x="630936" y="3310128"/>
            <a:ext cx="1268403" cy="365760"/>
          </a:xfrm>
          <a:prstGeom prst="rect">
            <a:avLst/>
          </a:prstGeom>
          <a:noFill/>
        </p:spPr>
        <p:txBody>
          <a:bodyPr wrap="square" lIns="0" rIns="0" tIns="0" bIns="0" anchor="t">
            <a:spAutoFit/>
          </a:bodyPr>
          <a:lstStyle/>
          <a:p>
            <a:r>
              <a:rPr sz="580" b="0" i="0">
                <a:solidFill>
                  <a:srgbClr val="4D4D4D"/>
                </a:solidFill>
                <a:latin typeface="Trenda IG Text"/>
              </a:rPr>
              <a:t>Measure today's CHF process</a:t>
            </a:r>
          </a:p>
        </p:txBody>
      </p:sp>
      <p:sp>
        <p:nvSpPr>
          <p:cNvPr id="19" name="Shape 18"/>
          <p:cNvSpPr/>
          <p:nvPr/>
        </p:nvSpPr>
        <p:spPr>
          <a:xfrm>
            <a:off x="484632" y="4005072"/>
            <a:ext cx="1414707" cy="585216"/>
          </a:xfrm>
          <a:prstGeom prst="roundRect">
            <a:avLst>
              <a:gd name="adj" fmla="val 10000"/>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 19"/>
          <p:cNvSpPr txBox="1"/>
          <p:nvPr/>
        </p:nvSpPr>
        <p:spPr>
          <a:xfrm>
            <a:off x="539496" y="4005072"/>
            <a:ext cx="1323267" cy="585216"/>
          </a:xfrm>
          <a:prstGeom prst="rect">
            <a:avLst/>
          </a:prstGeom>
          <a:noFill/>
        </p:spPr>
        <p:txBody>
          <a:bodyPr wrap="square" lIns="0" rIns="0" tIns="0" bIns="0" anchor="ctr">
            <a:spAutoFit/>
          </a:bodyPr>
          <a:lstStyle/>
          <a:p>
            <a:pPr>
              <a:spcAft>
                <a:spcPts val="100"/>
              </a:spcAft>
            </a:pPr>
            <a:r>
              <a:rPr sz="520" b="1" i="0">
                <a:solidFill>
                  <a:srgbClr val="0089A0"/>
                </a:solidFill>
                <a:latin typeface="Trenda IG Text"/>
              </a:rPr>
              <a:t>EXIT  </a:t>
            </a:r>
          </a:p>
          <a:p>
            <a:pPr>
              <a:spcAft>
                <a:spcPts val="100"/>
              </a:spcAft>
            </a:pPr>
            <a:r>
              <a:rPr sz="600" b="1" i="0">
                <a:solidFill>
                  <a:srgbClr val="1A1A1A"/>
                </a:solidFill>
                <a:latin typeface="Trenda IG Text"/>
              </a:rPr>
              <a:t>Approved architecture, owners, a baseline</a:t>
            </a:r>
          </a:p>
        </p:txBody>
      </p:sp>
      <p:sp>
        <p:nvSpPr>
          <p:cNvPr id="21" name="Shape 20"/>
          <p:cNvSpPr/>
          <p:nvPr/>
        </p:nvSpPr>
        <p:spPr>
          <a:xfrm>
            <a:off x="2045643" y="1188720"/>
            <a:ext cx="1561011" cy="329184"/>
          </a:xfrm>
          <a:prstGeom prst="chevron">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 21"/>
          <p:cNvSpPr txBox="1"/>
          <p:nvPr/>
        </p:nvSpPr>
        <p:spPr>
          <a:xfrm>
            <a:off x="2283387" y="1188720"/>
            <a:ext cx="1231827" cy="329184"/>
          </a:xfrm>
          <a:prstGeom prst="rect">
            <a:avLst/>
          </a:prstGeom>
          <a:noFill/>
        </p:spPr>
        <p:txBody>
          <a:bodyPr wrap="square" lIns="0" rIns="0" tIns="0" bIns="0" anchor="ctr">
            <a:spAutoFit/>
          </a:bodyPr>
          <a:lstStyle/>
          <a:p>
            <a:r>
              <a:rPr sz="620" b="1" i="0">
                <a:solidFill>
                  <a:srgbClr val="FFFFFE"/>
                </a:solidFill>
                <a:latin typeface="Trenda IG Text"/>
              </a:rPr>
              <a:t>PHASE 1  </a:t>
            </a:r>
            <a:r>
              <a:rPr sz="620" b="1" i="0">
                <a:solidFill>
                  <a:srgbClr val="FFFFFE"/>
                </a:solidFill>
                <a:latin typeface="Trenda IG Text"/>
              </a:rPr>
              <a:t>Data foundation</a:t>
            </a:r>
          </a:p>
        </p:txBody>
      </p:sp>
      <p:sp>
        <p:nvSpPr>
          <p:cNvPr id="23" name="Shape 22"/>
          <p:cNvSpPr/>
          <p:nvPr/>
        </p:nvSpPr>
        <p:spPr>
          <a:xfrm>
            <a:off x="2045643" y="1591056"/>
            <a:ext cx="1561011" cy="3072384"/>
          </a:xfrm>
          <a:prstGeom prst="roundRect">
            <a:avLst>
              <a:gd name="adj" fmla="val 4000"/>
            </a:avLst>
          </a:prstGeom>
          <a:solidFill>
            <a:srgbClr val="F7F7F7"/>
          </a:solidFill>
          <a:ln w="1270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 23"/>
          <p:cNvSpPr txBox="1"/>
          <p:nvPr/>
        </p:nvSpPr>
        <p:spPr>
          <a:xfrm>
            <a:off x="2137083" y="1645920"/>
            <a:ext cx="1378131" cy="164592"/>
          </a:xfrm>
          <a:prstGeom prst="rect">
            <a:avLst/>
          </a:prstGeom>
          <a:noFill/>
        </p:spPr>
        <p:txBody>
          <a:bodyPr wrap="square" lIns="0" rIns="0" tIns="0" bIns="0" anchor="ctr">
            <a:spAutoFit/>
          </a:bodyPr>
          <a:lstStyle/>
          <a:p>
            <a:r>
              <a:rPr sz="480" b="1" i="0" spc="100">
                <a:solidFill>
                  <a:srgbClr val="6B6B6B"/>
                </a:solidFill>
                <a:latin typeface="Trenda IG Text"/>
              </a:rPr>
              <a:t>BOXES ON THE SLIDE</a:t>
            </a:r>
          </a:p>
        </p:txBody>
      </p:sp>
      <p:sp>
        <p:nvSpPr>
          <p:cNvPr id="25" name="Shape 24"/>
          <p:cNvSpPr/>
          <p:nvPr/>
        </p:nvSpPr>
        <p:spPr>
          <a:xfrm>
            <a:off x="2137083" y="1828800"/>
            <a:ext cx="1378131" cy="237744"/>
          </a:xfrm>
          <a:prstGeom prst="roundRect">
            <a:avLst>
              <a:gd name="adj" fmla="val 3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5"/>
          <p:cNvSpPr txBox="1"/>
          <p:nvPr/>
        </p:nvSpPr>
        <p:spPr>
          <a:xfrm>
            <a:off x="2137083" y="1828800"/>
            <a:ext cx="1378131" cy="237744"/>
          </a:xfrm>
          <a:prstGeom prst="rect">
            <a:avLst/>
          </a:prstGeom>
          <a:noFill/>
        </p:spPr>
        <p:txBody>
          <a:bodyPr wrap="square" lIns="0" rIns="0" tIns="0" bIns="0" anchor="ctr">
            <a:spAutoFit/>
          </a:bodyPr>
          <a:lstStyle/>
          <a:p>
            <a:pPr algn="ctr"/>
            <a:r>
              <a:rPr sz="640" b="1" i="0">
                <a:solidFill>
                  <a:srgbClr val="1A1A1A"/>
                </a:solidFill>
                <a:latin typeface="Trenda IG Text"/>
              </a:rPr>
              <a:t>1 · 2 · 4 · 5 · 6</a:t>
            </a:r>
          </a:p>
        </p:txBody>
      </p:sp>
      <p:sp>
        <p:nvSpPr>
          <p:cNvPr id="27" name="Shape 26"/>
          <p:cNvSpPr/>
          <p:nvPr/>
        </p:nvSpPr>
        <p:spPr>
          <a:xfrm>
            <a:off x="2155371" y="2221991"/>
            <a:ext cx="54864" cy="54864"/>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27"/>
          <p:cNvSpPr txBox="1"/>
          <p:nvPr/>
        </p:nvSpPr>
        <p:spPr>
          <a:xfrm>
            <a:off x="2265099" y="2157984"/>
            <a:ext cx="1268403" cy="365760"/>
          </a:xfrm>
          <a:prstGeom prst="rect">
            <a:avLst/>
          </a:prstGeom>
          <a:noFill/>
        </p:spPr>
        <p:txBody>
          <a:bodyPr wrap="square" lIns="0" rIns="0" tIns="0" bIns="0" anchor="t">
            <a:spAutoFit/>
          </a:bodyPr>
          <a:lstStyle/>
          <a:p>
            <a:r>
              <a:rPr sz="580" b="0" i="0">
                <a:solidFill>
                  <a:srgbClr val="4D4D4D"/>
                </a:solidFill>
                <a:latin typeface="Trenda IG Text"/>
              </a:rPr>
              <a:t>Approved sources into Bronze</a:t>
            </a:r>
          </a:p>
        </p:txBody>
      </p:sp>
      <p:sp>
        <p:nvSpPr>
          <p:cNvPr id="29" name="Shape 28"/>
          <p:cNvSpPr/>
          <p:nvPr/>
        </p:nvSpPr>
        <p:spPr>
          <a:xfrm>
            <a:off x="2155371" y="2606039"/>
            <a:ext cx="54864" cy="54864"/>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29"/>
          <p:cNvSpPr txBox="1"/>
          <p:nvPr/>
        </p:nvSpPr>
        <p:spPr>
          <a:xfrm>
            <a:off x="2265099" y="2542032"/>
            <a:ext cx="1268403" cy="365760"/>
          </a:xfrm>
          <a:prstGeom prst="rect">
            <a:avLst/>
          </a:prstGeom>
          <a:noFill/>
        </p:spPr>
        <p:txBody>
          <a:bodyPr wrap="square" lIns="0" rIns="0" tIns="0" bIns="0" anchor="t">
            <a:spAutoFit/>
          </a:bodyPr>
          <a:lstStyle/>
          <a:p>
            <a:r>
              <a:rPr sz="580" b="0" i="0">
                <a:solidFill>
                  <a:srgbClr val="4D4D4D"/>
                </a:solidFill>
                <a:latin typeface="Trenda IG Text"/>
              </a:rPr>
              <a:t>Silver: identities, encounters, contacts, consent; keeps everyone</a:t>
            </a:r>
          </a:p>
        </p:txBody>
      </p:sp>
      <p:sp>
        <p:nvSpPr>
          <p:cNvPr id="31" name="Shape 30"/>
          <p:cNvSpPr/>
          <p:nvPr/>
        </p:nvSpPr>
        <p:spPr>
          <a:xfrm>
            <a:off x="2155371" y="2990087"/>
            <a:ext cx="54864" cy="54864"/>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31"/>
          <p:cNvSpPr txBox="1"/>
          <p:nvPr/>
        </p:nvSpPr>
        <p:spPr>
          <a:xfrm>
            <a:off x="2265099" y="2926079"/>
            <a:ext cx="1268403" cy="365760"/>
          </a:xfrm>
          <a:prstGeom prst="rect">
            <a:avLst/>
          </a:prstGeom>
          <a:noFill/>
        </p:spPr>
        <p:txBody>
          <a:bodyPr wrap="square" lIns="0" rIns="0" tIns="0" bIns="0" anchor="t">
            <a:spAutoFit/>
          </a:bodyPr>
          <a:lstStyle/>
          <a:p>
            <a:r>
              <a:rPr sz="580" b="0" i="0">
                <a:solidFill>
                  <a:srgbClr val="4D4D4D"/>
                </a:solidFill>
                <a:latin typeface="Trenda IG Text"/>
              </a:rPr>
              <a:t>Gold B (restricted) and Gold A (aggregates)</a:t>
            </a:r>
          </a:p>
        </p:txBody>
      </p:sp>
      <p:sp>
        <p:nvSpPr>
          <p:cNvPr id="33" name="Shape 32"/>
          <p:cNvSpPr/>
          <p:nvPr/>
        </p:nvSpPr>
        <p:spPr>
          <a:xfrm>
            <a:off x="2155371" y="3374136"/>
            <a:ext cx="54864" cy="54864"/>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 33"/>
          <p:cNvSpPr txBox="1"/>
          <p:nvPr/>
        </p:nvSpPr>
        <p:spPr>
          <a:xfrm>
            <a:off x="2265099" y="3310128"/>
            <a:ext cx="1268403" cy="365760"/>
          </a:xfrm>
          <a:prstGeom prst="rect">
            <a:avLst/>
          </a:prstGeom>
          <a:noFill/>
        </p:spPr>
        <p:txBody>
          <a:bodyPr wrap="square" lIns="0" rIns="0" tIns="0" bIns="0" anchor="t">
            <a:spAutoFit/>
          </a:bodyPr>
          <a:lstStyle/>
          <a:p>
            <a:r>
              <a:rPr sz="580" b="0" i="0">
                <a:solidFill>
                  <a:srgbClr val="4D4D4D"/>
                </a:solidFill>
                <a:latin typeface="Trenda IG Text"/>
              </a:rPr>
              <a:t>Synthetic data first</a:t>
            </a:r>
          </a:p>
        </p:txBody>
      </p:sp>
      <p:sp>
        <p:nvSpPr>
          <p:cNvPr id="35" name="Shape 34"/>
          <p:cNvSpPr/>
          <p:nvPr/>
        </p:nvSpPr>
        <p:spPr>
          <a:xfrm>
            <a:off x="2118795" y="4005072"/>
            <a:ext cx="1414707" cy="585216"/>
          </a:xfrm>
          <a:prstGeom prst="roundRect">
            <a:avLst>
              <a:gd name="adj" fmla="val 10000"/>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 35"/>
          <p:cNvSpPr txBox="1"/>
          <p:nvPr/>
        </p:nvSpPr>
        <p:spPr>
          <a:xfrm>
            <a:off x="2173659" y="4005072"/>
            <a:ext cx="1323267" cy="585216"/>
          </a:xfrm>
          <a:prstGeom prst="rect">
            <a:avLst/>
          </a:prstGeom>
          <a:noFill/>
        </p:spPr>
        <p:txBody>
          <a:bodyPr wrap="square" lIns="0" rIns="0" tIns="0" bIns="0" anchor="ctr">
            <a:spAutoFit/>
          </a:bodyPr>
          <a:lstStyle/>
          <a:p>
            <a:pPr>
              <a:spcAft>
                <a:spcPts val="100"/>
              </a:spcAft>
            </a:pPr>
            <a:r>
              <a:rPr sz="520" b="1" i="0">
                <a:solidFill>
                  <a:srgbClr val="FF0069"/>
                </a:solidFill>
                <a:latin typeface="Trenda IG Text"/>
              </a:rPr>
              <a:t>EXIT  </a:t>
            </a:r>
          </a:p>
          <a:p>
            <a:pPr>
              <a:spcAft>
                <a:spcPts val="100"/>
              </a:spcAft>
            </a:pPr>
            <a:r>
              <a:rPr sz="600" b="1" i="0">
                <a:solidFill>
                  <a:srgbClr val="1A1A1A"/>
                </a:solidFill>
                <a:latin typeface="Trenda IG Text"/>
              </a:rPr>
              <a:t>Data contracts, refresh times, quality checks pass</a:t>
            </a:r>
          </a:p>
        </p:txBody>
      </p:sp>
      <p:sp>
        <p:nvSpPr>
          <p:cNvPr id="37" name="Shape 36"/>
          <p:cNvSpPr/>
          <p:nvPr/>
        </p:nvSpPr>
        <p:spPr>
          <a:xfrm>
            <a:off x="3679806" y="1188720"/>
            <a:ext cx="1561011" cy="329184"/>
          </a:xfrm>
          <a:prstGeom prst="chevron">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7"/>
          <p:cNvSpPr txBox="1"/>
          <p:nvPr/>
        </p:nvSpPr>
        <p:spPr>
          <a:xfrm>
            <a:off x="3917550" y="1188720"/>
            <a:ext cx="1231827" cy="329184"/>
          </a:xfrm>
          <a:prstGeom prst="rect">
            <a:avLst/>
          </a:prstGeom>
          <a:noFill/>
        </p:spPr>
        <p:txBody>
          <a:bodyPr wrap="square" lIns="0" rIns="0" tIns="0" bIns="0" anchor="ctr">
            <a:spAutoFit/>
          </a:bodyPr>
          <a:lstStyle/>
          <a:p>
            <a:r>
              <a:rPr sz="620" b="1" i="0">
                <a:solidFill>
                  <a:srgbClr val="FFFFFE"/>
                </a:solidFill>
                <a:latin typeface="Trenda IG Text"/>
              </a:rPr>
              <a:t>PHASE 2  </a:t>
            </a:r>
            <a:r>
              <a:rPr sz="620" b="1" i="0">
                <a:solidFill>
                  <a:srgbClr val="FFFFFE"/>
                </a:solidFill>
                <a:latin typeface="Trenda IG Text"/>
              </a:rPr>
              <a:t>PHI governance</a:t>
            </a:r>
          </a:p>
        </p:txBody>
      </p:sp>
      <p:sp>
        <p:nvSpPr>
          <p:cNvPr id="39" name="Shape 38"/>
          <p:cNvSpPr/>
          <p:nvPr/>
        </p:nvSpPr>
        <p:spPr>
          <a:xfrm>
            <a:off x="3679806" y="1591056"/>
            <a:ext cx="1561011" cy="3072384"/>
          </a:xfrm>
          <a:prstGeom prst="roundRect">
            <a:avLst>
              <a:gd name="adj" fmla="val 4000"/>
            </a:avLst>
          </a:prstGeom>
          <a:solidFill>
            <a:srgbClr val="F7F7F7"/>
          </a:solidFill>
          <a:ln w="1270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 39"/>
          <p:cNvSpPr txBox="1"/>
          <p:nvPr/>
        </p:nvSpPr>
        <p:spPr>
          <a:xfrm>
            <a:off x="3771246" y="1645920"/>
            <a:ext cx="1378131" cy="164592"/>
          </a:xfrm>
          <a:prstGeom prst="rect">
            <a:avLst/>
          </a:prstGeom>
          <a:noFill/>
        </p:spPr>
        <p:txBody>
          <a:bodyPr wrap="square" lIns="0" rIns="0" tIns="0" bIns="0" anchor="ctr">
            <a:spAutoFit/>
          </a:bodyPr>
          <a:lstStyle/>
          <a:p>
            <a:r>
              <a:rPr sz="480" b="1" i="0" spc="100">
                <a:solidFill>
                  <a:srgbClr val="6B6B6B"/>
                </a:solidFill>
                <a:latin typeface="Trenda IG Text"/>
              </a:rPr>
              <a:t>BOXES ON THE SLIDE</a:t>
            </a:r>
          </a:p>
        </p:txBody>
      </p:sp>
      <p:sp>
        <p:nvSpPr>
          <p:cNvPr id="41" name="Shape 40"/>
          <p:cNvSpPr/>
          <p:nvPr/>
        </p:nvSpPr>
        <p:spPr>
          <a:xfrm>
            <a:off x="3771246" y="1828800"/>
            <a:ext cx="1378131" cy="237744"/>
          </a:xfrm>
          <a:prstGeom prst="roundRect">
            <a:avLst>
              <a:gd name="adj" fmla="val 3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 41"/>
          <p:cNvSpPr txBox="1"/>
          <p:nvPr/>
        </p:nvSpPr>
        <p:spPr>
          <a:xfrm>
            <a:off x="3771246" y="1828800"/>
            <a:ext cx="1378131" cy="237744"/>
          </a:xfrm>
          <a:prstGeom prst="rect">
            <a:avLst/>
          </a:prstGeom>
          <a:noFill/>
        </p:spPr>
        <p:txBody>
          <a:bodyPr wrap="square" lIns="0" rIns="0" tIns="0" bIns="0" anchor="ctr">
            <a:spAutoFit/>
          </a:bodyPr>
          <a:lstStyle/>
          <a:p>
            <a:pPr algn="ctr"/>
            <a:r>
              <a:rPr sz="640" b="1" i="0">
                <a:solidFill>
                  <a:srgbClr val="1A1A1A"/>
                </a:solidFill>
                <a:latin typeface="Trenda IG Text"/>
              </a:rPr>
              <a:t>3</a:t>
            </a:r>
          </a:p>
        </p:txBody>
      </p:sp>
      <p:sp>
        <p:nvSpPr>
          <p:cNvPr id="43" name="Shape 42"/>
          <p:cNvSpPr/>
          <p:nvPr/>
        </p:nvSpPr>
        <p:spPr>
          <a:xfrm>
            <a:off x="3789534" y="2221991"/>
            <a:ext cx="54864" cy="54864"/>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 43"/>
          <p:cNvSpPr txBox="1"/>
          <p:nvPr/>
        </p:nvSpPr>
        <p:spPr>
          <a:xfrm>
            <a:off x="3899262" y="2157984"/>
            <a:ext cx="1268403" cy="365760"/>
          </a:xfrm>
          <a:prstGeom prst="rect">
            <a:avLst/>
          </a:prstGeom>
          <a:noFill/>
        </p:spPr>
        <p:txBody>
          <a:bodyPr wrap="square" lIns="0" rIns="0" tIns="0" bIns="0" anchor="t">
            <a:spAutoFit/>
          </a:bodyPr>
          <a:lstStyle/>
          <a:p>
            <a:r>
              <a:rPr sz="580" b="0" i="0">
                <a:solidFill>
                  <a:srgbClr val="4D4D4D"/>
                </a:solidFill>
                <a:latin typeface="Trenda IG Text"/>
              </a:rPr>
              <a:t>DLP, Collibra steward approval, policy tags, masking, row access</a:t>
            </a:r>
          </a:p>
        </p:txBody>
      </p:sp>
      <p:sp>
        <p:nvSpPr>
          <p:cNvPr id="45" name="Shape 44"/>
          <p:cNvSpPr/>
          <p:nvPr/>
        </p:nvSpPr>
        <p:spPr>
          <a:xfrm>
            <a:off x="3789534" y="2606039"/>
            <a:ext cx="54864" cy="54864"/>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 45"/>
          <p:cNvSpPr txBox="1"/>
          <p:nvPr/>
        </p:nvSpPr>
        <p:spPr>
          <a:xfrm>
            <a:off x="3899262" y="2542032"/>
            <a:ext cx="1268403" cy="365760"/>
          </a:xfrm>
          <a:prstGeom prst="rect">
            <a:avLst/>
          </a:prstGeom>
          <a:noFill/>
        </p:spPr>
        <p:txBody>
          <a:bodyPr wrap="square" lIns="0" rIns="0" tIns="0" bIns="0" anchor="t">
            <a:spAutoFit/>
          </a:bodyPr>
          <a:lstStyle/>
          <a:p>
            <a:r>
              <a:rPr sz="580" b="0" i="0">
                <a:solidFill>
                  <a:srgbClr val="4D4D4D"/>
                </a:solidFill>
                <a:latin typeface="Trenda IG Text"/>
              </a:rPr>
              <a:t>Separate service identities; fail-closed policy removal</a:t>
            </a:r>
          </a:p>
        </p:txBody>
      </p:sp>
      <p:sp>
        <p:nvSpPr>
          <p:cNvPr id="47" name="Shape 46"/>
          <p:cNvSpPr/>
          <p:nvPr/>
        </p:nvSpPr>
        <p:spPr>
          <a:xfrm>
            <a:off x="3789534" y="2990087"/>
            <a:ext cx="54864" cy="54864"/>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47"/>
          <p:cNvSpPr txBox="1"/>
          <p:nvPr/>
        </p:nvSpPr>
        <p:spPr>
          <a:xfrm>
            <a:off x="3899262" y="2926079"/>
            <a:ext cx="1268403" cy="365760"/>
          </a:xfrm>
          <a:prstGeom prst="rect">
            <a:avLst/>
          </a:prstGeom>
          <a:noFill/>
        </p:spPr>
        <p:txBody>
          <a:bodyPr wrap="square" lIns="0" rIns="0" tIns="0" bIns="0" anchor="t">
            <a:spAutoFit/>
          </a:bodyPr>
          <a:lstStyle/>
          <a:p>
            <a:r>
              <a:rPr sz="580" b="0" i="0">
                <a:solidFill>
                  <a:srgbClr val="4D4D4D"/>
                </a:solidFill>
                <a:latin typeface="Trenda IG Text"/>
              </a:rPr>
              <a:t>Negative-access tests</a:t>
            </a:r>
          </a:p>
        </p:txBody>
      </p:sp>
      <p:sp>
        <p:nvSpPr>
          <p:cNvPr id="49" name="Shape 48"/>
          <p:cNvSpPr/>
          <p:nvPr/>
        </p:nvSpPr>
        <p:spPr>
          <a:xfrm>
            <a:off x="3752958" y="4005072"/>
            <a:ext cx="1414707" cy="585216"/>
          </a:xfrm>
          <a:prstGeom prst="roundRect">
            <a:avLst>
              <a:gd name="adj" fmla="val 10000"/>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 49"/>
          <p:cNvSpPr txBox="1"/>
          <p:nvPr/>
        </p:nvSpPr>
        <p:spPr>
          <a:xfrm>
            <a:off x="3807822" y="4005072"/>
            <a:ext cx="1323267" cy="585216"/>
          </a:xfrm>
          <a:prstGeom prst="rect">
            <a:avLst/>
          </a:prstGeom>
          <a:noFill/>
        </p:spPr>
        <p:txBody>
          <a:bodyPr wrap="square" lIns="0" rIns="0" tIns="0" bIns="0" anchor="ctr">
            <a:spAutoFit/>
          </a:bodyPr>
          <a:lstStyle/>
          <a:p>
            <a:pPr>
              <a:spcAft>
                <a:spcPts val="100"/>
              </a:spcAft>
            </a:pPr>
            <a:r>
              <a:rPr sz="520" b="1" i="0">
                <a:solidFill>
                  <a:srgbClr val="FF0069"/>
                </a:solidFill>
                <a:latin typeface="Trenda IG Text"/>
              </a:rPr>
              <a:t>EXIT  </a:t>
            </a:r>
          </a:p>
          <a:p>
            <a:pPr>
              <a:spcAft>
                <a:spcPts val="100"/>
              </a:spcAft>
            </a:pPr>
            <a:r>
              <a:rPr sz="600" b="1" i="0">
                <a:solidFill>
                  <a:srgbClr val="1A1A1A"/>
                </a:solidFill>
                <a:latin typeface="Trenda IG Text"/>
              </a:rPr>
              <a:t>Zero unauthorized PHI access in tests</a:t>
            </a:r>
          </a:p>
        </p:txBody>
      </p:sp>
      <p:sp>
        <p:nvSpPr>
          <p:cNvPr id="51" name="Shape 50"/>
          <p:cNvSpPr/>
          <p:nvPr/>
        </p:nvSpPr>
        <p:spPr>
          <a:xfrm>
            <a:off x="5313970" y="1188720"/>
            <a:ext cx="1561011" cy="329184"/>
          </a:xfrm>
          <a:prstGeom prst="chevron">
            <a:avLst/>
          </a:prstGeom>
          <a:solidFill>
            <a:srgbClr val="8B7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51"/>
          <p:cNvSpPr txBox="1"/>
          <p:nvPr/>
        </p:nvSpPr>
        <p:spPr>
          <a:xfrm>
            <a:off x="5551714" y="1188720"/>
            <a:ext cx="1231827" cy="329184"/>
          </a:xfrm>
          <a:prstGeom prst="rect">
            <a:avLst/>
          </a:prstGeom>
          <a:noFill/>
        </p:spPr>
        <p:txBody>
          <a:bodyPr wrap="square" lIns="0" rIns="0" tIns="0" bIns="0" anchor="ctr">
            <a:spAutoFit/>
          </a:bodyPr>
          <a:lstStyle/>
          <a:p>
            <a:r>
              <a:rPr sz="620" b="1" i="0">
                <a:solidFill>
                  <a:srgbClr val="FFFFFE"/>
                </a:solidFill>
                <a:latin typeface="Trenda IG Text"/>
              </a:rPr>
              <a:t>PHASE 3  </a:t>
            </a:r>
            <a:r>
              <a:rPr sz="620" b="1" i="0">
                <a:solidFill>
                  <a:srgbClr val="FFFFFE"/>
                </a:solidFill>
                <a:latin typeface="Trenda IG Text"/>
              </a:rPr>
              <a:t>Agentic intelligence</a:t>
            </a:r>
          </a:p>
        </p:txBody>
      </p:sp>
      <p:sp>
        <p:nvSpPr>
          <p:cNvPr id="53" name="Shape 52"/>
          <p:cNvSpPr/>
          <p:nvPr/>
        </p:nvSpPr>
        <p:spPr>
          <a:xfrm>
            <a:off x="5313970" y="1591056"/>
            <a:ext cx="1561011" cy="3072384"/>
          </a:xfrm>
          <a:prstGeom prst="roundRect">
            <a:avLst>
              <a:gd name="adj" fmla="val 4000"/>
            </a:avLst>
          </a:prstGeom>
          <a:solidFill>
            <a:srgbClr val="F7F7F7"/>
          </a:solidFill>
          <a:ln w="12700">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 53"/>
          <p:cNvSpPr txBox="1"/>
          <p:nvPr/>
        </p:nvSpPr>
        <p:spPr>
          <a:xfrm>
            <a:off x="5405410" y="1645920"/>
            <a:ext cx="1378131" cy="164592"/>
          </a:xfrm>
          <a:prstGeom prst="rect">
            <a:avLst/>
          </a:prstGeom>
          <a:noFill/>
        </p:spPr>
        <p:txBody>
          <a:bodyPr wrap="square" lIns="0" rIns="0" tIns="0" bIns="0" anchor="ctr">
            <a:spAutoFit/>
          </a:bodyPr>
          <a:lstStyle/>
          <a:p>
            <a:r>
              <a:rPr sz="480" b="1" i="0" spc="100">
                <a:solidFill>
                  <a:srgbClr val="6B6B6B"/>
                </a:solidFill>
                <a:latin typeface="Trenda IG Text"/>
              </a:rPr>
              <a:t>BOXES ON THE SLIDE</a:t>
            </a:r>
          </a:p>
        </p:txBody>
      </p:sp>
      <p:sp>
        <p:nvSpPr>
          <p:cNvPr id="55" name="Shape 54"/>
          <p:cNvSpPr/>
          <p:nvPr/>
        </p:nvSpPr>
        <p:spPr>
          <a:xfrm>
            <a:off x="5405410" y="1828800"/>
            <a:ext cx="1378131" cy="237744"/>
          </a:xfrm>
          <a:prstGeom prst="roundRect">
            <a:avLst>
              <a:gd name="adj" fmla="val 30000"/>
            </a:avLst>
          </a:prstGeom>
          <a:solidFill>
            <a:srgbClr val="ECE9F5"/>
          </a:solidFill>
          <a:ln w="9525">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5"/>
          <p:cNvSpPr txBox="1"/>
          <p:nvPr/>
        </p:nvSpPr>
        <p:spPr>
          <a:xfrm>
            <a:off x="5405410" y="1828800"/>
            <a:ext cx="1378131" cy="237744"/>
          </a:xfrm>
          <a:prstGeom prst="rect">
            <a:avLst/>
          </a:prstGeom>
          <a:noFill/>
        </p:spPr>
        <p:txBody>
          <a:bodyPr wrap="square" lIns="0" rIns="0" tIns="0" bIns="0" anchor="ctr">
            <a:spAutoFit/>
          </a:bodyPr>
          <a:lstStyle/>
          <a:p>
            <a:pPr algn="ctr"/>
            <a:r>
              <a:rPr sz="640" b="1" i="0">
                <a:solidFill>
                  <a:srgbClr val="1A1A1A"/>
                </a:solidFill>
                <a:latin typeface="Trenda IG Text"/>
              </a:rPr>
              <a:t>6 → 7 · 8 · 9</a:t>
            </a:r>
          </a:p>
        </p:txBody>
      </p:sp>
      <p:sp>
        <p:nvSpPr>
          <p:cNvPr id="57" name="Shape 56"/>
          <p:cNvSpPr/>
          <p:nvPr/>
        </p:nvSpPr>
        <p:spPr>
          <a:xfrm>
            <a:off x="5423698" y="2221991"/>
            <a:ext cx="54864" cy="54864"/>
          </a:xfrm>
          <a:prstGeom prst="ellipse">
            <a:avLst/>
          </a:prstGeom>
          <a:solidFill>
            <a:srgbClr val="8B7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7"/>
          <p:cNvSpPr txBox="1"/>
          <p:nvPr/>
        </p:nvSpPr>
        <p:spPr>
          <a:xfrm>
            <a:off x="5533426" y="2157984"/>
            <a:ext cx="1268403" cy="365760"/>
          </a:xfrm>
          <a:prstGeom prst="rect">
            <a:avLst/>
          </a:prstGeom>
          <a:noFill/>
        </p:spPr>
        <p:txBody>
          <a:bodyPr wrap="square" lIns="0" rIns="0" tIns="0" bIns="0" anchor="t">
            <a:spAutoFit/>
          </a:bodyPr>
          <a:lstStyle/>
          <a:p>
            <a:r>
              <a:rPr sz="580" b="0" i="0">
                <a:solidFill>
                  <a:srgbClr val="4D4D4D"/>
                </a:solidFill>
                <a:latin typeface="Trenda IG Text"/>
              </a:rPr>
              <a:t>Knowledge graph and Tableau on Gold A only</a:t>
            </a:r>
          </a:p>
        </p:txBody>
      </p:sp>
      <p:sp>
        <p:nvSpPr>
          <p:cNvPr id="59" name="Shape 58"/>
          <p:cNvSpPr/>
          <p:nvPr/>
        </p:nvSpPr>
        <p:spPr>
          <a:xfrm>
            <a:off x="5423698" y="2606039"/>
            <a:ext cx="54864" cy="54864"/>
          </a:xfrm>
          <a:prstGeom prst="ellipse">
            <a:avLst/>
          </a:prstGeom>
          <a:solidFill>
            <a:srgbClr val="8B7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 59"/>
          <p:cNvSpPr txBox="1"/>
          <p:nvPr/>
        </p:nvSpPr>
        <p:spPr>
          <a:xfrm>
            <a:off x="5533426" y="2542032"/>
            <a:ext cx="1268403" cy="365760"/>
          </a:xfrm>
          <a:prstGeom prst="rect">
            <a:avLst/>
          </a:prstGeom>
          <a:noFill/>
        </p:spPr>
        <p:txBody>
          <a:bodyPr wrap="square" lIns="0" rIns="0" tIns="0" bIns="0" anchor="t">
            <a:spAutoFit/>
          </a:bodyPr>
          <a:lstStyle/>
          <a:p>
            <a:r>
              <a:rPr sz="580" b="0" i="0">
                <a:solidFill>
                  <a:srgbClr val="4D4D4D"/>
                </a:solidFill>
                <a:latin typeface="Trenda IG Text"/>
              </a:rPr>
              <a:t>Codex prompt; Orchestrator, Strategist, Analytics</a:t>
            </a:r>
          </a:p>
        </p:txBody>
      </p:sp>
      <p:sp>
        <p:nvSpPr>
          <p:cNvPr id="61" name="Shape 60"/>
          <p:cNvSpPr/>
          <p:nvPr/>
        </p:nvSpPr>
        <p:spPr>
          <a:xfrm>
            <a:off x="5423698" y="2990087"/>
            <a:ext cx="54864" cy="54864"/>
          </a:xfrm>
          <a:prstGeom prst="ellipse">
            <a:avLst/>
          </a:prstGeom>
          <a:solidFill>
            <a:srgbClr val="8B7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 61"/>
          <p:cNvSpPr txBox="1"/>
          <p:nvPr/>
        </p:nvSpPr>
        <p:spPr>
          <a:xfrm>
            <a:off x="5533426" y="2926079"/>
            <a:ext cx="1268403" cy="365760"/>
          </a:xfrm>
          <a:prstGeom prst="rect">
            <a:avLst/>
          </a:prstGeom>
          <a:noFill/>
        </p:spPr>
        <p:txBody>
          <a:bodyPr wrap="square" lIns="0" rIns="0" tIns="0" bIns="0" anchor="t">
            <a:spAutoFit/>
          </a:bodyPr>
          <a:lstStyle/>
          <a:p>
            <a:r>
              <a:rPr sz="580" b="0" i="0">
                <a:solidFill>
                  <a:srgbClr val="4D4D4D"/>
                </a:solidFill>
                <a:latin typeface="Trenda IG Text"/>
              </a:rPr>
              <a:t>Opportunity Brief and G1</a:t>
            </a:r>
          </a:p>
        </p:txBody>
      </p:sp>
      <p:sp>
        <p:nvSpPr>
          <p:cNvPr id="63" name="Shape 62"/>
          <p:cNvSpPr/>
          <p:nvPr/>
        </p:nvSpPr>
        <p:spPr>
          <a:xfrm>
            <a:off x="5387122" y="4005072"/>
            <a:ext cx="1414707" cy="585216"/>
          </a:xfrm>
          <a:prstGeom prst="roundRect">
            <a:avLst>
              <a:gd name="adj" fmla="val 10000"/>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 63"/>
          <p:cNvSpPr txBox="1"/>
          <p:nvPr/>
        </p:nvSpPr>
        <p:spPr>
          <a:xfrm>
            <a:off x="5441986" y="4005072"/>
            <a:ext cx="1323267" cy="585216"/>
          </a:xfrm>
          <a:prstGeom prst="rect">
            <a:avLst/>
          </a:prstGeom>
          <a:noFill/>
        </p:spPr>
        <p:txBody>
          <a:bodyPr wrap="square" lIns="0" rIns="0" tIns="0" bIns="0" anchor="ctr">
            <a:spAutoFit/>
          </a:bodyPr>
          <a:lstStyle/>
          <a:p>
            <a:pPr>
              <a:spcAft>
                <a:spcPts val="100"/>
              </a:spcAft>
            </a:pPr>
            <a:r>
              <a:rPr sz="520" b="1" i="0">
                <a:solidFill>
                  <a:srgbClr val="8B7CD8"/>
                </a:solidFill>
                <a:latin typeface="Trenda IG Text"/>
              </a:rPr>
              <a:t>EXIT  </a:t>
            </a:r>
          </a:p>
          <a:p>
            <a:pPr>
              <a:spcAft>
                <a:spcPts val="100"/>
              </a:spcAft>
            </a:pPr>
            <a:r>
              <a:rPr sz="600" b="1" i="0">
                <a:solidFill>
                  <a:srgbClr val="1A1A1A"/>
                </a:solidFill>
                <a:latin typeface="Trenda IG Text"/>
              </a:rPr>
              <a:t>A CHF brief from counts only, approved</a:t>
            </a:r>
          </a:p>
        </p:txBody>
      </p:sp>
      <p:sp>
        <p:nvSpPr>
          <p:cNvPr id="65" name="Shape 64"/>
          <p:cNvSpPr/>
          <p:nvPr/>
        </p:nvSpPr>
        <p:spPr>
          <a:xfrm>
            <a:off x="6948133" y="1188720"/>
            <a:ext cx="1561011" cy="329184"/>
          </a:xfrm>
          <a:prstGeom prst="chevron">
            <a:avLst/>
          </a:prstGeom>
          <a:solidFill>
            <a:srgbClr val="56E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5"/>
          <p:cNvSpPr txBox="1"/>
          <p:nvPr/>
        </p:nvSpPr>
        <p:spPr>
          <a:xfrm>
            <a:off x="7185877" y="1188720"/>
            <a:ext cx="1231827" cy="329184"/>
          </a:xfrm>
          <a:prstGeom prst="rect">
            <a:avLst/>
          </a:prstGeom>
          <a:noFill/>
        </p:spPr>
        <p:txBody>
          <a:bodyPr wrap="square" lIns="0" rIns="0" tIns="0" bIns="0" anchor="ctr">
            <a:spAutoFit/>
          </a:bodyPr>
          <a:lstStyle/>
          <a:p>
            <a:r>
              <a:rPr sz="620" b="1" i="0">
                <a:solidFill>
                  <a:srgbClr val="000000"/>
                </a:solidFill>
                <a:latin typeface="Trenda IG Text"/>
              </a:rPr>
              <a:t>PHASE 4  </a:t>
            </a:r>
            <a:r>
              <a:rPr sz="620" b="1" i="0">
                <a:solidFill>
                  <a:srgbClr val="000000"/>
                </a:solidFill>
                <a:latin typeface="Trenda IG Text"/>
              </a:rPr>
              <a:t>Build + test</a:t>
            </a:r>
          </a:p>
        </p:txBody>
      </p:sp>
      <p:sp>
        <p:nvSpPr>
          <p:cNvPr id="67" name="Shape 66"/>
          <p:cNvSpPr/>
          <p:nvPr/>
        </p:nvSpPr>
        <p:spPr>
          <a:xfrm>
            <a:off x="6948133" y="1591056"/>
            <a:ext cx="1561011" cy="3072384"/>
          </a:xfrm>
          <a:prstGeom prst="roundRect">
            <a:avLst>
              <a:gd name="adj" fmla="val 4000"/>
            </a:avLst>
          </a:prstGeom>
          <a:solidFill>
            <a:srgbClr val="F7F7F7"/>
          </a:solidFill>
          <a:ln w="12700">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 67"/>
          <p:cNvSpPr txBox="1"/>
          <p:nvPr/>
        </p:nvSpPr>
        <p:spPr>
          <a:xfrm>
            <a:off x="7039573" y="1645920"/>
            <a:ext cx="1378131" cy="164592"/>
          </a:xfrm>
          <a:prstGeom prst="rect">
            <a:avLst/>
          </a:prstGeom>
          <a:noFill/>
        </p:spPr>
        <p:txBody>
          <a:bodyPr wrap="square" lIns="0" rIns="0" tIns="0" bIns="0" anchor="ctr">
            <a:spAutoFit/>
          </a:bodyPr>
          <a:lstStyle/>
          <a:p>
            <a:r>
              <a:rPr sz="480" b="1" i="0" spc="100">
                <a:solidFill>
                  <a:srgbClr val="6B6B6B"/>
                </a:solidFill>
                <a:latin typeface="Trenda IG Text"/>
              </a:rPr>
              <a:t>BOXES ON THE SLIDE</a:t>
            </a:r>
          </a:p>
        </p:txBody>
      </p:sp>
      <p:sp>
        <p:nvSpPr>
          <p:cNvPr id="69" name="Shape 68"/>
          <p:cNvSpPr/>
          <p:nvPr/>
        </p:nvSpPr>
        <p:spPr>
          <a:xfrm>
            <a:off x="7039573" y="1828800"/>
            <a:ext cx="1378131" cy="237744"/>
          </a:xfrm>
          <a:prstGeom prst="roundRect">
            <a:avLst>
              <a:gd name="adj" fmla="val 30000"/>
            </a:avLst>
          </a:prstGeom>
          <a:solidFill>
            <a:srgbClr val="EAFBE6"/>
          </a:solidFill>
          <a:ln w="9525">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69"/>
          <p:cNvSpPr txBox="1"/>
          <p:nvPr/>
        </p:nvSpPr>
        <p:spPr>
          <a:xfrm>
            <a:off x="7039573" y="1828800"/>
            <a:ext cx="1378131" cy="237744"/>
          </a:xfrm>
          <a:prstGeom prst="rect">
            <a:avLst/>
          </a:prstGeom>
          <a:noFill/>
        </p:spPr>
        <p:txBody>
          <a:bodyPr wrap="square" lIns="0" rIns="0" tIns="0" bIns="0" anchor="ctr">
            <a:spAutoFit/>
          </a:bodyPr>
          <a:lstStyle/>
          <a:p>
            <a:pPr algn="ctr"/>
            <a:r>
              <a:rPr sz="640" b="1" i="0">
                <a:solidFill>
                  <a:srgbClr val="1A1A1A"/>
                </a:solidFill>
                <a:latin typeface="Trenda IG Text"/>
              </a:rPr>
              <a:t>10 · 11 · 12</a:t>
            </a:r>
          </a:p>
        </p:txBody>
      </p:sp>
      <p:sp>
        <p:nvSpPr>
          <p:cNvPr id="71" name="Shape 70"/>
          <p:cNvSpPr/>
          <p:nvPr/>
        </p:nvSpPr>
        <p:spPr>
          <a:xfrm>
            <a:off x="7057861" y="2221991"/>
            <a:ext cx="54864" cy="54864"/>
          </a:xfrm>
          <a:prstGeom prst="ellipse">
            <a:avLst/>
          </a:prstGeom>
          <a:solidFill>
            <a:srgbClr val="56E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 71"/>
          <p:cNvSpPr txBox="1"/>
          <p:nvPr/>
        </p:nvSpPr>
        <p:spPr>
          <a:xfrm>
            <a:off x="7167589" y="2157984"/>
            <a:ext cx="1268403" cy="365760"/>
          </a:xfrm>
          <a:prstGeom prst="rect">
            <a:avLst/>
          </a:prstGeom>
          <a:noFill/>
        </p:spPr>
        <p:txBody>
          <a:bodyPr wrap="square" lIns="0" rIns="0" tIns="0" bIns="0" anchor="t">
            <a:spAutoFit/>
          </a:bodyPr>
          <a:lstStyle/>
          <a:p>
            <a:r>
              <a:rPr sz="580" b="0" i="0">
                <a:solidFill>
                  <a:srgbClr val="4D4D4D"/>
                </a:solidFill>
                <a:latin typeface="Trenda IG Text"/>
              </a:rPr>
              <a:t>Campaign Design Agent: journey + data extension, paused</a:t>
            </a:r>
          </a:p>
        </p:txBody>
      </p:sp>
      <p:sp>
        <p:nvSpPr>
          <p:cNvPr id="73" name="Shape 72"/>
          <p:cNvSpPr/>
          <p:nvPr/>
        </p:nvSpPr>
        <p:spPr>
          <a:xfrm>
            <a:off x="7057861" y="2606039"/>
            <a:ext cx="54864" cy="54864"/>
          </a:xfrm>
          <a:prstGeom prst="ellipse">
            <a:avLst/>
          </a:prstGeom>
          <a:solidFill>
            <a:srgbClr val="56E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73"/>
          <p:cNvSpPr txBox="1"/>
          <p:nvPr/>
        </p:nvSpPr>
        <p:spPr>
          <a:xfrm>
            <a:off x="7167589" y="2542032"/>
            <a:ext cx="1268403" cy="365760"/>
          </a:xfrm>
          <a:prstGeom prst="rect">
            <a:avLst/>
          </a:prstGeom>
          <a:noFill/>
        </p:spPr>
        <p:txBody>
          <a:bodyPr wrap="square" lIns="0" rIns="0" tIns="0" bIns="0" anchor="t">
            <a:spAutoFit/>
          </a:bodyPr>
          <a:lstStyle/>
          <a:p>
            <a:r>
              <a:rPr sz="580" b="0" i="0">
                <a:solidFill>
                  <a:srgbClr val="4D4D4D"/>
                </a:solidFill>
                <a:latin typeface="Trenda IG Text"/>
              </a:rPr>
              <a:t>Testing loop: test contacts, failure modes, 5-retry cap</a:t>
            </a:r>
          </a:p>
        </p:txBody>
      </p:sp>
      <p:sp>
        <p:nvSpPr>
          <p:cNvPr id="75" name="Shape 74"/>
          <p:cNvSpPr/>
          <p:nvPr/>
        </p:nvSpPr>
        <p:spPr>
          <a:xfrm>
            <a:off x="7057861" y="2990087"/>
            <a:ext cx="54864" cy="54864"/>
          </a:xfrm>
          <a:prstGeom prst="ellipse">
            <a:avLst/>
          </a:prstGeom>
          <a:solidFill>
            <a:srgbClr val="56E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 75"/>
          <p:cNvSpPr txBox="1"/>
          <p:nvPr/>
        </p:nvSpPr>
        <p:spPr>
          <a:xfrm>
            <a:off x="7167589" y="2926079"/>
            <a:ext cx="1268403" cy="365760"/>
          </a:xfrm>
          <a:prstGeom prst="rect">
            <a:avLst/>
          </a:prstGeom>
          <a:noFill/>
        </p:spPr>
        <p:txBody>
          <a:bodyPr wrap="square" lIns="0" rIns="0" tIns="0" bIns="0" anchor="t">
            <a:spAutoFit/>
          </a:bodyPr>
          <a:lstStyle/>
          <a:p>
            <a:r>
              <a:rPr sz="580" b="0" i="0">
                <a:solidFill>
                  <a:srgbClr val="4D4D4D"/>
                </a:solidFill>
                <a:latin typeface="Trenda IG Text"/>
              </a:rPr>
              <a:t>G3 approval flow</a:t>
            </a:r>
          </a:p>
        </p:txBody>
      </p:sp>
      <p:sp>
        <p:nvSpPr>
          <p:cNvPr id="77" name="Shape 76"/>
          <p:cNvSpPr/>
          <p:nvPr/>
        </p:nvSpPr>
        <p:spPr>
          <a:xfrm>
            <a:off x="7021285" y="4005072"/>
            <a:ext cx="1414707" cy="585216"/>
          </a:xfrm>
          <a:prstGeom prst="roundRect">
            <a:avLst>
              <a:gd name="adj" fmla="val 10000"/>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 77"/>
          <p:cNvSpPr txBox="1"/>
          <p:nvPr/>
        </p:nvSpPr>
        <p:spPr>
          <a:xfrm>
            <a:off x="7076149" y="4005072"/>
            <a:ext cx="1323267" cy="585216"/>
          </a:xfrm>
          <a:prstGeom prst="rect">
            <a:avLst/>
          </a:prstGeom>
          <a:noFill/>
        </p:spPr>
        <p:txBody>
          <a:bodyPr wrap="square" lIns="0" rIns="0" tIns="0" bIns="0" anchor="ctr">
            <a:spAutoFit/>
          </a:bodyPr>
          <a:lstStyle/>
          <a:p>
            <a:pPr>
              <a:spcAft>
                <a:spcPts val="100"/>
              </a:spcAft>
            </a:pPr>
            <a:r>
              <a:rPr sz="520" b="1" i="0">
                <a:solidFill>
                  <a:srgbClr val="2E8F1C"/>
                </a:solidFill>
                <a:latin typeface="Trenda IG Text"/>
              </a:rPr>
              <a:t>EXIT  </a:t>
            </a:r>
          </a:p>
          <a:p>
            <a:pPr>
              <a:spcAft>
                <a:spcPts val="100"/>
              </a:spcAft>
            </a:pPr>
            <a:r>
              <a:rPr sz="600" b="1" i="0">
                <a:solidFill>
                  <a:srgbClr val="1A1A1A"/>
                </a:solidFill>
                <a:latin typeface="Trenda IG Text"/>
              </a:rPr>
              <a:t>CHF journey built, tested, approved; no real patient</a:t>
            </a:r>
          </a:p>
        </p:txBody>
      </p:sp>
      <p:sp>
        <p:nvSpPr>
          <p:cNvPr id="79" name="Shape 78"/>
          <p:cNvSpPr/>
          <p:nvPr/>
        </p:nvSpPr>
        <p:spPr>
          <a:xfrm>
            <a:off x="8582297" y="1188720"/>
            <a:ext cx="1561011" cy="329184"/>
          </a:xfrm>
          <a:prstGeom prst="chevron">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 79"/>
          <p:cNvSpPr txBox="1"/>
          <p:nvPr/>
        </p:nvSpPr>
        <p:spPr>
          <a:xfrm>
            <a:off x="8820041" y="1188720"/>
            <a:ext cx="1231827" cy="329184"/>
          </a:xfrm>
          <a:prstGeom prst="rect">
            <a:avLst/>
          </a:prstGeom>
          <a:noFill/>
        </p:spPr>
        <p:txBody>
          <a:bodyPr wrap="square" lIns="0" rIns="0" tIns="0" bIns="0" anchor="ctr">
            <a:spAutoFit/>
          </a:bodyPr>
          <a:lstStyle/>
          <a:p>
            <a:r>
              <a:rPr sz="620" b="1" i="0">
                <a:solidFill>
                  <a:srgbClr val="000000"/>
                </a:solidFill>
                <a:latin typeface="Trenda IG Text"/>
              </a:rPr>
              <a:t>PHASE 5  </a:t>
            </a:r>
            <a:r>
              <a:rPr sz="620" b="1" i="0">
                <a:solidFill>
                  <a:srgbClr val="000000"/>
                </a:solidFill>
                <a:latin typeface="Trenda IG Text"/>
              </a:rPr>
              <a:t>Governed activation</a:t>
            </a:r>
          </a:p>
        </p:txBody>
      </p:sp>
      <p:sp>
        <p:nvSpPr>
          <p:cNvPr id="81" name="Shape 80"/>
          <p:cNvSpPr/>
          <p:nvPr/>
        </p:nvSpPr>
        <p:spPr>
          <a:xfrm>
            <a:off x="8582297" y="1591056"/>
            <a:ext cx="1561011" cy="3072384"/>
          </a:xfrm>
          <a:prstGeom prst="roundRect">
            <a:avLst>
              <a:gd name="adj" fmla="val 4000"/>
            </a:avLst>
          </a:prstGeom>
          <a:solidFill>
            <a:srgbClr val="F7F7F7"/>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 81"/>
          <p:cNvSpPr txBox="1"/>
          <p:nvPr/>
        </p:nvSpPr>
        <p:spPr>
          <a:xfrm>
            <a:off x="8673737" y="1645920"/>
            <a:ext cx="1378131" cy="164592"/>
          </a:xfrm>
          <a:prstGeom prst="rect">
            <a:avLst/>
          </a:prstGeom>
          <a:noFill/>
        </p:spPr>
        <p:txBody>
          <a:bodyPr wrap="square" lIns="0" rIns="0" tIns="0" bIns="0" anchor="ctr">
            <a:spAutoFit/>
          </a:bodyPr>
          <a:lstStyle/>
          <a:p>
            <a:r>
              <a:rPr sz="480" b="1" i="0" spc="100">
                <a:solidFill>
                  <a:srgbClr val="6B6B6B"/>
                </a:solidFill>
                <a:latin typeface="Trenda IG Text"/>
              </a:rPr>
              <a:t>BOXES ON THE SLIDE</a:t>
            </a:r>
          </a:p>
        </p:txBody>
      </p:sp>
      <p:sp>
        <p:nvSpPr>
          <p:cNvPr id="83" name="Shape 82"/>
          <p:cNvSpPr/>
          <p:nvPr/>
        </p:nvSpPr>
        <p:spPr>
          <a:xfrm>
            <a:off x="8673737" y="1828800"/>
            <a:ext cx="1378131" cy="237744"/>
          </a:xfrm>
          <a:prstGeom prst="roundRect">
            <a:avLst>
              <a:gd name="adj" fmla="val 30000"/>
            </a:avLst>
          </a:prstGeom>
          <a:solidFill>
            <a:srgbClr val="FFF7CC"/>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 83"/>
          <p:cNvSpPr txBox="1"/>
          <p:nvPr/>
        </p:nvSpPr>
        <p:spPr>
          <a:xfrm>
            <a:off x="8673737" y="1828800"/>
            <a:ext cx="1378131" cy="237744"/>
          </a:xfrm>
          <a:prstGeom prst="rect">
            <a:avLst/>
          </a:prstGeom>
          <a:noFill/>
        </p:spPr>
        <p:txBody>
          <a:bodyPr wrap="square" lIns="0" rIns="0" tIns="0" bIns="0" anchor="ctr">
            <a:spAutoFit/>
          </a:bodyPr>
          <a:lstStyle/>
          <a:p>
            <a:pPr algn="ctr"/>
            <a:r>
              <a:rPr sz="640" b="1" i="0">
                <a:solidFill>
                  <a:srgbClr val="1A1A1A"/>
                </a:solidFill>
                <a:latin typeface="Trenda IG Text"/>
              </a:rPr>
              <a:t>13 → 19</a:t>
            </a:r>
          </a:p>
        </p:txBody>
      </p:sp>
      <p:sp>
        <p:nvSpPr>
          <p:cNvPr id="85" name="Shape 84"/>
          <p:cNvSpPr/>
          <p:nvPr/>
        </p:nvSpPr>
        <p:spPr>
          <a:xfrm>
            <a:off x="8692025" y="2221991"/>
            <a:ext cx="54864" cy="54864"/>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 85"/>
          <p:cNvSpPr txBox="1"/>
          <p:nvPr/>
        </p:nvSpPr>
        <p:spPr>
          <a:xfrm>
            <a:off x="8801753" y="2157984"/>
            <a:ext cx="1268403" cy="365760"/>
          </a:xfrm>
          <a:prstGeom prst="rect">
            <a:avLst/>
          </a:prstGeom>
          <a:noFill/>
        </p:spPr>
        <p:txBody>
          <a:bodyPr wrap="square" lIns="0" rIns="0" tIns="0" bIns="0" anchor="t">
            <a:spAutoFit/>
          </a:bodyPr>
          <a:lstStyle/>
          <a:p>
            <a:r>
              <a:rPr sz="580" b="0" i="0">
                <a:solidFill>
                  <a:srgbClr val="4D4D4D"/>
                </a:solidFill>
                <a:latin typeface="Trenda IG Text"/>
              </a:rPr>
              <a:t>Eligibility service on Gold B</a:t>
            </a:r>
          </a:p>
        </p:txBody>
      </p:sp>
      <p:sp>
        <p:nvSpPr>
          <p:cNvPr id="87" name="Shape 86"/>
          <p:cNvSpPr/>
          <p:nvPr/>
        </p:nvSpPr>
        <p:spPr>
          <a:xfrm>
            <a:off x="8692025" y="2606039"/>
            <a:ext cx="54864" cy="54864"/>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 87"/>
          <p:cNvSpPr txBox="1"/>
          <p:nvPr/>
        </p:nvSpPr>
        <p:spPr>
          <a:xfrm>
            <a:off x="8801753" y="2542032"/>
            <a:ext cx="1268403" cy="365760"/>
          </a:xfrm>
          <a:prstGeom prst="rect">
            <a:avLst/>
          </a:prstGeom>
          <a:noFill/>
        </p:spPr>
        <p:txBody>
          <a:bodyPr wrap="square" lIns="0" rIns="0" tIns="0" bIns="0" anchor="t">
            <a:spAutoFit/>
          </a:bodyPr>
          <a:lstStyle/>
          <a:p>
            <a:r>
              <a:rPr sz="580" b="0" i="0">
                <a:solidFill>
                  <a:srgbClr val="4D4D4D"/>
                </a:solidFill>
                <a:latin typeface="Trenda IG Text"/>
              </a:rPr>
              <a:t>G2 masked pre-send report</a:t>
            </a:r>
          </a:p>
        </p:txBody>
      </p:sp>
      <p:sp>
        <p:nvSpPr>
          <p:cNvPr id="89" name="Shape 88"/>
          <p:cNvSpPr/>
          <p:nvPr/>
        </p:nvSpPr>
        <p:spPr>
          <a:xfrm>
            <a:off x="8692025" y="2990087"/>
            <a:ext cx="54864" cy="54864"/>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 89"/>
          <p:cNvSpPr txBox="1"/>
          <p:nvPr/>
        </p:nvSpPr>
        <p:spPr>
          <a:xfrm>
            <a:off x="8801753" y="2926079"/>
            <a:ext cx="1268403" cy="365760"/>
          </a:xfrm>
          <a:prstGeom prst="rect">
            <a:avLst/>
          </a:prstGeom>
          <a:noFill/>
        </p:spPr>
        <p:txBody>
          <a:bodyPr wrap="square" lIns="0" rIns="0" tIns="0" bIns="0" anchor="t">
            <a:spAutoFit/>
          </a:bodyPr>
          <a:lstStyle/>
          <a:p>
            <a:r>
              <a:rPr sz="580" b="0" i="0">
                <a:solidFill>
                  <a:srgbClr val="4D4D4D"/>
                </a:solidFill>
                <a:latin typeface="Trenda IG Text"/>
              </a:rPr>
              <a:t>Gateway + Compliance Passport</a:t>
            </a:r>
          </a:p>
        </p:txBody>
      </p:sp>
      <p:sp>
        <p:nvSpPr>
          <p:cNvPr id="91" name="Shape 90"/>
          <p:cNvSpPr/>
          <p:nvPr/>
        </p:nvSpPr>
        <p:spPr>
          <a:xfrm>
            <a:off x="8692025" y="3374136"/>
            <a:ext cx="54864" cy="54864"/>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 91"/>
          <p:cNvSpPr txBox="1"/>
          <p:nvPr/>
        </p:nvSpPr>
        <p:spPr>
          <a:xfrm>
            <a:off x="8801753" y="3310128"/>
            <a:ext cx="1268403" cy="365760"/>
          </a:xfrm>
          <a:prstGeom prst="rect">
            <a:avLst/>
          </a:prstGeom>
          <a:noFill/>
        </p:spPr>
        <p:txBody>
          <a:bodyPr wrap="square" lIns="0" rIns="0" tIns="0" bIns="0" anchor="t">
            <a:spAutoFit/>
          </a:bodyPr>
          <a:lstStyle/>
          <a:p>
            <a:r>
              <a:rPr sz="580" b="0" i="0">
                <a:solidFill>
                  <a:srgbClr val="4D4D4D"/>
                </a:solidFill>
                <a:latin typeface="Trenda IG Text"/>
              </a:rPr>
              <a:t>Path A (Data Cloud) first; Path B after parity</a:t>
            </a:r>
          </a:p>
        </p:txBody>
      </p:sp>
      <p:sp>
        <p:nvSpPr>
          <p:cNvPr id="93" name="Shape 92"/>
          <p:cNvSpPr/>
          <p:nvPr/>
        </p:nvSpPr>
        <p:spPr>
          <a:xfrm>
            <a:off x="8692025" y="3758184"/>
            <a:ext cx="54864" cy="54864"/>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 93"/>
          <p:cNvSpPr txBox="1"/>
          <p:nvPr/>
        </p:nvSpPr>
        <p:spPr>
          <a:xfrm>
            <a:off x="8801753" y="3694176"/>
            <a:ext cx="1268403" cy="365760"/>
          </a:xfrm>
          <a:prstGeom prst="rect">
            <a:avLst/>
          </a:prstGeom>
          <a:noFill/>
        </p:spPr>
        <p:txBody>
          <a:bodyPr wrap="square" lIns="0" rIns="0" tIns="0" bIns="0" anchor="t">
            <a:spAutoFit/>
          </a:bodyPr>
          <a:lstStyle/>
          <a:p>
            <a:r>
              <a:rPr sz="580" b="0" i="0">
                <a:solidFill>
                  <a:srgbClr val="4D4D4D"/>
                </a:solidFill>
                <a:latin typeface="Trenda IG Text"/>
              </a:rPr>
              <a:t>Pilot: synthetic, then a small real audience</a:t>
            </a:r>
          </a:p>
        </p:txBody>
      </p:sp>
      <p:sp>
        <p:nvSpPr>
          <p:cNvPr id="95" name="Shape 94"/>
          <p:cNvSpPr/>
          <p:nvPr/>
        </p:nvSpPr>
        <p:spPr>
          <a:xfrm>
            <a:off x="8655449" y="4005072"/>
            <a:ext cx="1414707" cy="585216"/>
          </a:xfrm>
          <a:prstGeom prst="roundRect">
            <a:avLst>
              <a:gd name="adj" fmla="val 10000"/>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 95"/>
          <p:cNvSpPr txBox="1"/>
          <p:nvPr/>
        </p:nvSpPr>
        <p:spPr>
          <a:xfrm>
            <a:off x="8710313" y="4005072"/>
            <a:ext cx="1323267" cy="585216"/>
          </a:xfrm>
          <a:prstGeom prst="rect">
            <a:avLst/>
          </a:prstGeom>
          <a:noFill/>
        </p:spPr>
        <p:txBody>
          <a:bodyPr wrap="square" lIns="0" rIns="0" tIns="0" bIns="0" anchor="ctr">
            <a:spAutoFit/>
          </a:bodyPr>
          <a:lstStyle/>
          <a:p>
            <a:pPr>
              <a:spcAft>
                <a:spcPts val="100"/>
              </a:spcAft>
            </a:pPr>
            <a:r>
              <a:rPr sz="520" b="1" i="0">
                <a:solidFill>
                  <a:srgbClr val="9A7B00"/>
                </a:solidFill>
                <a:latin typeface="Trenda IG Text"/>
              </a:rPr>
              <a:t>EXIT  </a:t>
            </a:r>
          </a:p>
          <a:p>
            <a:pPr>
              <a:spcAft>
                <a:spcPts val="100"/>
              </a:spcAft>
            </a:pPr>
            <a:r>
              <a:rPr sz="600" b="1" i="0">
                <a:solidFill>
                  <a:srgbClr val="1A1A1A"/>
                </a:solidFill>
                <a:latin typeface="Trenda IG Text"/>
              </a:rPr>
              <a:t>Real CHF audience, equal or stronger controls; release reconciles</a:t>
            </a:r>
          </a:p>
        </p:txBody>
      </p:sp>
      <p:sp>
        <p:nvSpPr>
          <p:cNvPr id="97" name="Shape 96"/>
          <p:cNvSpPr/>
          <p:nvPr/>
        </p:nvSpPr>
        <p:spPr>
          <a:xfrm>
            <a:off x="10216460" y="1188720"/>
            <a:ext cx="1561011" cy="329184"/>
          </a:xfrm>
          <a:prstGeom prst="chevron">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 97"/>
          <p:cNvSpPr txBox="1"/>
          <p:nvPr/>
        </p:nvSpPr>
        <p:spPr>
          <a:xfrm>
            <a:off x="10454204" y="1188720"/>
            <a:ext cx="1231827" cy="329184"/>
          </a:xfrm>
          <a:prstGeom prst="rect">
            <a:avLst/>
          </a:prstGeom>
          <a:noFill/>
        </p:spPr>
        <p:txBody>
          <a:bodyPr wrap="square" lIns="0" rIns="0" tIns="0" bIns="0" anchor="ctr">
            <a:spAutoFit/>
          </a:bodyPr>
          <a:lstStyle/>
          <a:p>
            <a:r>
              <a:rPr sz="620" b="1" i="0">
                <a:solidFill>
                  <a:srgbClr val="000000"/>
                </a:solidFill>
                <a:latin typeface="Trenda IG Text"/>
              </a:rPr>
              <a:t>PHASE 6  </a:t>
            </a:r>
            <a:r>
              <a:rPr sz="620" b="1" i="0">
                <a:solidFill>
                  <a:srgbClr val="000000"/>
                </a:solidFill>
                <a:latin typeface="Trenda IG Text"/>
              </a:rPr>
              <a:t>Measure + scale</a:t>
            </a:r>
          </a:p>
        </p:txBody>
      </p:sp>
      <p:sp>
        <p:nvSpPr>
          <p:cNvPr id="99" name="Shape 98"/>
          <p:cNvSpPr/>
          <p:nvPr/>
        </p:nvSpPr>
        <p:spPr>
          <a:xfrm>
            <a:off x="10216460" y="1591056"/>
            <a:ext cx="1561011" cy="3072384"/>
          </a:xfrm>
          <a:prstGeom prst="roundRect">
            <a:avLst>
              <a:gd name="adj" fmla="val 4000"/>
            </a:avLst>
          </a:prstGeom>
          <a:solidFill>
            <a:srgbClr val="F7F7F7"/>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 99"/>
          <p:cNvSpPr txBox="1"/>
          <p:nvPr/>
        </p:nvSpPr>
        <p:spPr>
          <a:xfrm>
            <a:off x="10307900" y="1645920"/>
            <a:ext cx="1378131" cy="164592"/>
          </a:xfrm>
          <a:prstGeom prst="rect">
            <a:avLst/>
          </a:prstGeom>
          <a:noFill/>
        </p:spPr>
        <p:txBody>
          <a:bodyPr wrap="square" lIns="0" rIns="0" tIns="0" bIns="0" anchor="ctr">
            <a:spAutoFit/>
          </a:bodyPr>
          <a:lstStyle/>
          <a:p>
            <a:r>
              <a:rPr sz="480" b="1" i="0" spc="100">
                <a:solidFill>
                  <a:srgbClr val="6B6B6B"/>
                </a:solidFill>
                <a:latin typeface="Trenda IG Text"/>
              </a:rPr>
              <a:t>BOXES ON THE SLIDE</a:t>
            </a:r>
          </a:p>
        </p:txBody>
      </p:sp>
      <p:sp>
        <p:nvSpPr>
          <p:cNvPr id="101" name="Shape 100"/>
          <p:cNvSpPr/>
          <p:nvPr/>
        </p:nvSpPr>
        <p:spPr>
          <a:xfrm>
            <a:off x="10307900" y="1828800"/>
            <a:ext cx="1378131" cy="237744"/>
          </a:xfrm>
          <a:prstGeom prst="roundRect">
            <a:avLst>
              <a:gd name="adj" fmla="val 30000"/>
            </a:avLst>
          </a:prstGeom>
          <a:solidFill>
            <a:srgbClr val="E0FAFE"/>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 101"/>
          <p:cNvSpPr txBox="1"/>
          <p:nvPr/>
        </p:nvSpPr>
        <p:spPr>
          <a:xfrm>
            <a:off x="10307900" y="1828800"/>
            <a:ext cx="1378131" cy="237744"/>
          </a:xfrm>
          <a:prstGeom prst="rect">
            <a:avLst/>
          </a:prstGeom>
          <a:noFill/>
        </p:spPr>
        <p:txBody>
          <a:bodyPr wrap="square" lIns="0" rIns="0" tIns="0" bIns="0" anchor="ctr">
            <a:spAutoFit/>
          </a:bodyPr>
          <a:lstStyle/>
          <a:p>
            <a:pPr algn="ctr"/>
            <a:r>
              <a:rPr sz="640" b="1" i="0">
                <a:solidFill>
                  <a:srgbClr val="1A1A1A"/>
                </a:solidFill>
                <a:latin typeface="Trenda IG Text"/>
              </a:rPr>
              <a:t>20 + feedback</a:t>
            </a:r>
          </a:p>
        </p:txBody>
      </p:sp>
      <p:sp>
        <p:nvSpPr>
          <p:cNvPr id="103" name="Shape 102"/>
          <p:cNvSpPr/>
          <p:nvPr/>
        </p:nvSpPr>
        <p:spPr>
          <a:xfrm>
            <a:off x="10326188" y="2221991"/>
            <a:ext cx="54864" cy="54864"/>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 103"/>
          <p:cNvSpPr txBox="1"/>
          <p:nvPr/>
        </p:nvSpPr>
        <p:spPr>
          <a:xfrm>
            <a:off x="10435916" y="2157984"/>
            <a:ext cx="1268403" cy="365760"/>
          </a:xfrm>
          <a:prstGeom prst="rect">
            <a:avLst/>
          </a:prstGeom>
          <a:noFill/>
        </p:spPr>
        <p:txBody>
          <a:bodyPr wrap="square" lIns="0" rIns="0" tIns="0" bIns="0" anchor="t">
            <a:spAutoFit/>
          </a:bodyPr>
          <a:lstStyle/>
          <a:p>
            <a:r>
              <a:rPr sz="580" b="0" i="0">
                <a:solidFill>
                  <a:srgbClr val="4D4D4D"/>
                </a:solidFill>
                <a:latin typeface="Trenda IG Text"/>
              </a:rPr>
              <a:t>Measurement vs holdout; refresh Gold A</a:t>
            </a:r>
          </a:p>
        </p:txBody>
      </p:sp>
      <p:sp>
        <p:nvSpPr>
          <p:cNvPr id="105" name="Shape 104"/>
          <p:cNvSpPr/>
          <p:nvPr/>
        </p:nvSpPr>
        <p:spPr>
          <a:xfrm>
            <a:off x="10326188" y="2606039"/>
            <a:ext cx="54864" cy="54864"/>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 105"/>
          <p:cNvSpPr txBox="1"/>
          <p:nvPr/>
        </p:nvSpPr>
        <p:spPr>
          <a:xfrm>
            <a:off x="10435916" y="2542032"/>
            <a:ext cx="1268403" cy="365760"/>
          </a:xfrm>
          <a:prstGeom prst="rect">
            <a:avLst/>
          </a:prstGeom>
          <a:noFill/>
        </p:spPr>
        <p:txBody>
          <a:bodyPr wrap="square" lIns="0" rIns="0" tIns="0" bIns="0" anchor="t">
            <a:spAutoFit/>
          </a:bodyPr>
          <a:lstStyle/>
          <a:p>
            <a:r>
              <a:rPr sz="580" b="0" i="0">
                <a:solidFill>
                  <a:srgbClr val="4D4D4D"/>
                </a:solidFill>
                <a:latin typeface="Trenda IG Text"/>
              </a:rPr>
              <a:t>Compare with the Phase 0 baseline: first real speed and ROI</a:t>
            </a:r>
          </a:p>
        </p:txBody>
      </p:sp>
      <p:sp>
        <p:nvSpPr>
          <p:cNvPr id="107" name="Shape 106"/>
          <p:cNvSpPr/>
          <p:nvPr/>
        </p:nvSpPr>
        <p:spPr>
          <a:xfrm>
            <a:off x="10326188" y="2990087"/>
            <a:ext cx="54864" cy="54864"/>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 107"/>
          <p:cNvSpPr txBox="1"/>
          <p:nvPr/>
        </p:nvSpPr>
        <p:spPr>
          <a:xfrm>
            <a:off x="10435916" y="2926079"/>
            <a:ext cx="1268403" cy="365760"/>
          </a:xfrm>
          <a:prstGeom prst="rect">
            <a:avLst/>
          </a:prstGeom>
          <a:noFill/>
        </p:spPr>
        <p:txBody>
          <a:bodyPr wrap="square" lIns="0" rIns="0" tIns="0" bIns="0" anchor="t">
            <a:spAutoFit/>
          </a:bodyPr>
          <a:lstStyle/>
          <a:p>
            <a:r>
              <a:rPr sz="580" b="0" i="0">
                <a:solidFill>
                  <a:srgbClr val="4D4D4D"/>
                </a:solidFill>
                <a:latin typeface="Trenda IG Text"/>
              </a:rPr>
              <a:t>More templates, Path B, monitoring, multi-tenancy</a:t>
            </a:r>
          </a:p>
        </p:txBody>
      </p:sp>
      <p:sp>
        <p:nvSpPr>
          <p:cNvPr id="109" name="Shape 108"/>
          <p:cNvSpPr/>
          <p:nvPr/>
        </p:nvSpPr>
        <p:spPr>
          <a:xfrm>
            <a:off x="10289612" y="4005072"/>
            <a:ext cx="1414707" cy="585216"/>
          </a:xfrm>
          <a:prstGeom prst="roundRect">
            <a:avLst>
              <a:gd name="adj" fmla="val 10000"/>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 109"/>
          <p:cNvSpPr txBox="1"/>
          <p:nvPr/>
        </p:nvSpPr>
        <p:spPr>
          <a:xfrm>
            <a:off x="10344476" y="4005072"/>
            <a:ext cx="1323267" cy="585216"/>
          </a:xfrm>
          <a:prstGeom prst="rect">
            <a:avLst/>
          </a:prstGeom>
          <a:noFill/>
        </p:spPr>
        <p:txBody>
          <a:bodyPr wrap="square" lIns="0" rIns="0" tIns="0" bIns="0" anchor="ctr">
            <a:spAutoFit/>
          </a:bodyPr>
          <a:lstStyle/>
          <a:p>
            <a:pPr>
              <a:spcAft>
                <a:spcPts val="100"/>
              </a:spcAft>
            </a:pPr>
            <a:r>
              <a:rPr sz="520" b="1" i="0">
                <a:solidFill>
                  <a:srgbClr val="0089A0"/>
                </a:solidFill>
                <a:latin typeface="Trenda IG Text"/>
              </a:rPr>
              <a:t>EXIT  </a:t>
            </a:r>
          </a:p>
          <a:p>
            <a:pPr>
              <a:spcAft>
                <a:spcPts val="100"/>
              </a:spcAft>
            </a:pPr>
            <a:r>
              <a:rPr sz="600" b="1" i="0">
                <a:solidFill>
                  <a:srgbClr val="1A1A1A"/>
                </a:solidFill>
                <a:latin typeface="Trenda IG Text"/>
              </a:rPr>
              <a:t>A multi-campaign accelerator</a:t>
            </a:r>
          </a:p>
        </p:txBody>
      </p:sp>
      <p:sp>
        <p:nvSpPr>
          <p:cNvPr id="111" name="Shape 110"/>
          <p:cNvSpPr/>
          <p:nvPr/>
        </p:nvSpPr>
        <p:spPr>
          <a:xfrm>
            <a:off x="2137083" y="4754880"/>
            <a:ext cx="3012294" cy="182880"/>
          </a:xfrm>
          <a:prstGeom prst="roundRect">
            <a:avLst>
              <a:gd name="adj" fmla="val 50000"/>
            </a:avLst>
          </a:prstGeom>
          <a:noFill/>
          <a:ln w="12700">
            <a:solidFill>
              <a:srgbClr val="FF006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 111"/>
          <p:cNvSpPr txBox="1"/>
          <p:nvPr/>
        </p:nvSpPr>
        <p:spPr>
          <a:xfrm>
            <a:off x="2137083" y="4754880"/>
            <a:ext cx="3012294" cy="182880"/>
          </a:xfrm>
          <a:prstGeom prst="rect">
            <a:avLst/>
          </a:prstGeom>
          <a:noFill/>
        </p:spPr>
        <p:txBody>
          <a:bodyPr wrap="square" lIns="0" rIns="0" tIns="0" bIns="0" anchor="ctr">
            <a:spAutoFit/>
          </a:bodyPr>
          <a:lstStyle/>
          <a:p>
            <a:pPr algn="ctr"/>
            <a:r>
              <a:rPr sz="500" b="1" i="0" spc="80">
                <a:solidFill>
                  <a:srgbClr val="FF0069"/>
                </a:solidFill>
                <a:latin typeface="Trenda IG Text"/>
              </a:rPr>
              <a:t>PHASES 1 + 2 RUN PARTLY IN PARALLEL</a:t>
            </a:r>
          </a:p>
        </p:txBody>
      </p:sp>
      <p:sp>
        <p:nvSpPr>
          <p:cNvPr id="113" name="Shape 112"/>
          <p:cNvSpPr/>
          <p:nvPr/>
        </p:nvSpPr>
        <p:spPr>
          <a:xfrm>
            <a:off x="4737898" y="1097280"/>
            <a:ext cx="914400" cy="146304"/>
          </a:xfrm>
          <a:prstGeom prst="roundRect">
            <a:avLst>
              <a:gd name="adj" fmla="val 50000"/>
            </a:avLst>
          </a:prstGeom>
          <a:solidFill>
            <a:srgbClr val="FF0069"/>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 113"/>
          <p:cNvSpPr txBox="1"/>
          <p:nvPr/>
        </p:nvSpPr>
        <p:spPr>
          <a:xfrm>
            <a:off x="4737898" y="1097280"/>
            <a:ext cx="914400" cy="146304"/>
          </a:xfrm>
          <a:prstGeom prst="rect">
            <a:avLst/>
          </a:prstGeom>
          <a:noFill/>
        </p:spPr>
        <p:txBody>
          <a:bodyPr wrap="square" lIns="0" rIns="0" tIns="0" bIns="0" anchor="ctr">
            <a:spAutoFit/>
          </a:bodyPr>
          <a:lstStyle/>
          <a:p>
            <a:pPr algn="ctr"/>
            <a:r>
              <a:rPr sz="500" b="1" i="0" spc="80">
                <a:solidFill>
                  <a:srgbClr val="FFFFFE"/>
                </a:solidFill>
                <a:latin typeface="Trenda IG Text"/>
              </a:rPr>
              <a:t>HARD GATE</a:t>
            </a:r>
          </a:p>
        </p:txBody>
      </p:sp>
      <p:sp>
        <p:nvSpPr>
          <p:cNvPr id="115" name="Shape 114"/>
          <p:cNvSpPr/>
          <p:nvPr/>
        </p:nvSpPr>
        <p:spPr>
          <a:xfrm>
            <a:off x="5405410" y="4754880"/>
            <a:ext cx="1378131" cy="182880"/>
          </a:xfrm>
          <a:prstGeom prst="roundRect">
            <a:avLst>
              <a:gd name="adj" fmla="val 50000"/>
            </a:avLst>
          </a:prstGeom>
          <a:noFill/>
          <a:ln w="12700">
            <a:solidFill>
              <a:srgbClr val="8B7CD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 115"/>
          <p:cNvSpPr txBox="1"/>
          <p:nvPr/>
        </p:nvSpPr>
        <p:spPr>
          <a:xfrm>
            <a:off x="5405410" y="4754880"/>
            <a:ext cx="1378131" cy="182880"/>
          </a:xfrm>
          <a:prstGeom prst="rect">
            <a:avLst/>
          </a:prstGeom>
          <a:noFill/>
        </p:spPr>
        <p:txBody>
          <a:bodyPr wrap="square" lIns="0" rIns="0" tIns="0" bIns="0" anchor="ctr">
            <a:spAutoFit/>
          </a:bodyPr>
          <a:lstStyle/>
          <a:p>
            <a:pPr algn="ctr"/>
            <a:r>
              <a:rPr sz="459" b="1" i="0">
                <a:solidFill>
                  <a:srgbClr val="8B7CD8"/>
                </a:solidFill>
                <a:latin typeface="Trenda IG Text"/>
              </a:rPr>
              <a:t>STARTS ON SYNTHETIC GOLD A</a:t>
            </a:r>
          </a:p>
        </p:txBody>
      </p:sp>
      <p:sp>
        <p:nvSpPr>
          <p:cNvPr id="117" name="Shape 116"/>
          <p:cNvSpPr/>
          <p:nvPr/>
        </p:nvSpPr>
        <p:spPr>
          <a:xfrm>
            <a:off x="8673737" y="4754880"/>
            <a:ext cx="1378131" cy="182880"/>
          </a:xfrm>
          <a:prstGeom prst="roundRect">
            <a:avLst>
              <a:gd name="adj" fmla="val 5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 117"/>
          <p:cNvSpPr txBox="1"/>
          <p:nvPr/>
        </p:nvSpPr>
        <p:spPr>
          <a:xfrm>
            <a:off x="8673737" y="4754880"/>
            <a:ext cx="1378131" cy="182880"/>
          </a:xfrm>
          <a:prstGeom prst="rect">
            <a:avLst/>
          </a:prstGeom>
          <a:noFill/>
        </p:spPr>
        <p:txBody>
          <a:bodyPr wrap="square" lIns="0" rIns="0" tIns="0" bIns="0" anchor="ctr">
            <a:spAutoFit/>
          </a:bodyPr>
          <a:lstStyle/>
          <a:p>
            <a:pPr algn="ctr"/>
            <a:r>
              <a:rPr sz="480" b="1" i="0" spc="80">
                <a:solidFill>
                  <a:srgbClr val="000000"/>
                </a:solidFill>
                <a:latin typeface="Trenda IG Text"/>
              </a:rPr>
              <a:t>FIRST REAL PATIENTS</a:t>
            </a:r>
          </a:p>
        </p:txBody>
      </p:sp>
      <p:sp>
        <p:nvSpPr>
          <p:cNvPr id="119" name="Text 118"/>
          <p:cNvSpPr txBox="1"/>
          <p:nvPr/>
        </p:nvSpPr>
        <p:spPr>
          <a:xfrm>
            <a:off x="411480" y="5047488"/>
            <a:ext cx="3657600" cy="182880"/>
          </a:xfrm>
          <a:prstGeom prst="rect">
            <a:avLst/>
          </a:prstGeom>
          <a:noFill/>
        </p:spPr>
        <p:txBody>
          <a:bodyPr wrap="square" lIns="0" rIns="0" tIns="0" bIns="0" anchor="ctr">
            <a:spAutoFit/>
          </a:bodyPr>
          <a:lstStyle/>
          <a:p>
            <a:r>
              <a:rPr sz="620" b="1" i="0" spc="120">
                <a:solidFill>
                  <a:srgbClr val="1A1A1A"/>
                </a:solidFill>
                <a:latin typeface="Trenda IG Text"/>
              </a:rPr>
              <a:t>THREE RULES SET THIS ORDER</a:t>
            </a:r>
          </a:p>
        </p:txBody>
      </p:sp>
      <p:sp>
        <p:nvSpPr>
          <p:cNvPr id="120" name="Shape 119"/>
          <p:cNvSpPr/>
          <p:nvPr/>
        </p:nvSpPr>
        <p:spPr>
          <a:xfrm>
            <a:off x="411480" y="5285232"/>
            <a:ext cx="3715512" cy="603504"/>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Shape 120"/>
          <p:cNvSpPr/>
          <p:nvPr/>
        </p:nvSpPr>
        <p:spPr>
          <a:xfrm>
            <a:off x="411480" y="5285232"/>
            <a:ext cx="45720" cy="603504"/>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 121"/>
          <p:cNvSpPr txBox="1"/>
          <p:nvPr/>
        </p:nvSpPr>
        <p:spPr>
          <a:xfrm>
            <a:off x="576072" y="5285232"/>
            <a:ext cx="3477768" cy="603504"/>
          </a:xfrm>
          <a:prstGeom prst="rect">
            <a:avLst/>
          </a:prstGeom>
          <a:noFill/>
        </p:spPr>
        <p:txBody>
          <a:bodyPr wrap="square" lIns="0" rIns="0" tIns="0" bIns="0" anchor="ctr">
            <a:spAutoFit/>
          </a:bodyPr>
          <a:lstStyle/>
          <a:p>
            <a:pPr>
              <a:spcAft>
                <a:spcPts val="100"/>
              </a:spcAft>
            </a:pPr>
            <a:r>
              <a:rPr sz="760" b="1" i="0">
                <a:solidFill>
                  <a:srgbClr val="1A1A1A"/>
                </a:solidFill>
                <a:latin typeface="Trenda IG Text"/>
              </a:rPr>
              <a:t>Governance before agents</a:t>
            </a:r>
          </a:p>
          <a:p>
            <a:pPr>
              <a:spcAft>
                <a:spcPts val="100"/>
              </a:spcAft>
            </a:pPr>
            <a:r>
              <a:rPr sz="620" b="0" i="0">
                <a:solidFill>
                  <a:srgbClr val="4D4D4D"/>
                </a:solidFill>
                <a:latin typeface="Trenda IG Text"/>
              </a:rPr>
              <a:t>No agent connects until security tests prove it cannot see PHI (Phase 2 exit).</a:t>
            </a:r>
          </a:p>
        </p:txBody>
      </p:sp>
      <p:sp>
        <p:nvSpPr>
          <p:cNvPr id="123" name="Shape 122"/>
          <p:cNvSpPr/>
          <p:nvPr/>
        </p:nvSpPr>
        <p:spPr>
          <a:xfrm>
            <a:off x="4236720" y="5285232"/>
            <a:ext cx="3715512" cy="603504"/>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Shape 123"/>
          <p:cNvSpPr/>
          <p:nvPr/>
        </p:nvSpPr>
        <p:spPr>
          <a:xfrm>
            <a:off x="4236720" y="5285232"/>
            <a:ext cx="45720" cy="603504"/>
          </a:xfrm>
          <a:prstGeom prst="rect">
            <a:avLst/>
          </a:prstGeom>
          <a:solidFill>
            <a:srgbClr val="56E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 124"/>
          <p:cNvSpPr txBox="1"/>
          <p:nvPr/>
        </p:nvSpPr>
        <p:spPr>
          <a:xfrm>
            <a:off x="4401312" y="5285232"/>
            <a:ext cx="3477768" cy="603504"/>
          </a:xfrm>
          <a:prstGeom prst="rect">
            <a:avLst/>
          </a:prstGeom>
          <a:noFill/>
        </p:spPr>
        <p:txBody>
          <a:bodyPr wrap="square" lIns="0" rIns="0" tIns="0" bIns="0" anchor="ctr">
            <a:spAutoFit/>
          </a:bodyPr>
          <a:lstStyle/>
          <a:p>
            <a:pPr>
              <a:spcAft>
                <a:spcPts val="100"/>
              </a:spcAft>
            </a:pPr>
            <a:r>
              <a:rPr sz="760" b="1" i="0">
                <a:solidFill>
                  <a:srgbClr val="1A1A1A"/>
                </a:solidFill>
                <a:latin typeface="Trenda IG Text"/>
              </a:rPr>
              <a:t>Build and test before release</a:t>
            </a:r>
          </a:p>
          <a:p>
            <a:pPr>
              <a:spcAft>
                <a:spcPts val="100"/>
              </a:spcAft>
            </a:pPr>
            <a:r>
              <a:rPr sz="620" b="0" i="0">
                <a:solidFill>
                  <a:srgbClr val="4D4D4D"/>
                </a:solidFill>
                <a:latin typeface="Trenda IG Text"/>
              </a:rPr>
              <a:t>The data extension starts the journey by itself, so the journey is ready first (Phase 4 before 5).</a:t>
            </a:r>
          </a:p>
        </p:txBody>
      </p:sp>
      <p:sp>
        <p:nvSpPr>
          <p:cNvPr id="126" name="Shape 125"/>
          <p:cNvSpPr/>
          <p:nvPr/>
        </p:nvSpPr>
        <p:spPr>
          <a:xfrm>
            <a:off x="8061960" y="5285232"/>
            <a:ext cx="3715512" cy="603504"/>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Shape 126"/>
          <p:cNvSpPr/>
          <p:nvPr/>
        </p:nvSpPr>
        <p:spPr>
          <a:xfrm>
            <a:off x="8061960" y="5285232"/>
            <a:ext cx="45720" cy="60350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 127"/>
          <p:cNvSpPr txBox="1"/>
          <p:nvPr/>
        </p:nvSpPr>
        <p:spPr>
          <a:xfrm>
            <a:off x="8226551" y="5285232"/>
            <a:ext cx="3477768" cy="603504"/>
          </a:xfrm>
          <a:prstGeom prst="rect">
            <a:avLst/>
          </a:prstGeom>
          <a:noFill/>
        </p:spPr>
        <p:txBody>
          <a:bodyPr wrap="square" lIns="0" rIns="0" tIns="0" bIns="0" anchor="ctr">
            <a:spAutoFit/>
          </a:bodyPr>
          <a:lstStyle/>
          <a:p>
            <a:pPr>
              <a:spcAft>
                <a:spcPts val="100"/>
              </a:spcAft>
            </a:pPr>
            <a:r>
              <a:rPr sz="760" b="1" i="0">
                <a:solidFill>
                  <a:srgbClr val="1A1A1A"/>
                </a:solidFill>
                <a:latin typeface="Trenda IG Text"/>
              </a:rPr>
              <a:t>Data Cloud before direct</a:t>
            </a:r>
          </a:p>
          <a:p>
            <a:pPr>
              <a:spcAft>
                <a:spcPts val="100"/>
              </a:spcAft>
            </a:pPr>
            <a:r>
              <a:rPr sz="620" b="0" i="0">
                <a:solidFill>
                  <a:srgbClr val="4D4D4D"/>
                </a:solidFill>
                <a:latin typeface="Trenda IG Text"/>
              </a:rPr>
              <a:t>Keep today's proven route until the direct path passes parity and security review.</a:t>
            </a:r>
          </a:p>
        </p:txBody>
      </p:sp>
      <p:sp>
        <p:nvSpPr>
          <p:cNvPr id="129" name="Text 128"/>
          <p:cNvSpPr txBox="1"/>
          <p:nvPr/>
        </p:nvSpPr>
        <p:spPr>
          <a:xfrm>
            <a:off x="411480" y="5943600"/>
            <a:ext cx="11365992" cy="274320"/>
          </a:xfrm>
          <a:prstGeom prst="rect">
            <a:avLst/>
          </a:prstGeom>
          <a:noFill/>
        </p:spPr>
        <p:txBody>
          <a:bodyPr wrap="square" lIns="0" rIns="0" tIns="0" bIns="0" anchor="ctr">
            <a:spAutoFit/>
          </a:bodyPr>
          <a:lstStyle/>
          <a:p>
            <a:r>
              <a:rPr sz="660" b="1" i="0">
                <a:solidFill>
                  <a:srgbClr val="1A1A1A"/>
                </a:solidFill>
                <a:latin typeface="Trenda IG Text"/>
              </a:rPr>
              <a:t>Nothing in Phase 5 touches real patients until Phases 2 and 4 pass their exits. </a:t>
            </a:r>
            <a:r>
              <a:rPr sz="660" b="0" i="0">
                <a:solidFill>
                  <a:srgbClr val="4D4D4D"/>
                </a:solidFill>
                <a:latin typeface="Trenda IG Text"/>
              </a:rPr>
              <a:t>No speed or ROI number is committed before Phase 6 compares the pilot with today's baseline.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69328879"/>
      </p:ext>
    </p:extLst>
  </p:cSld>
  <p:clrMapOvr>
    <a:masterClrMapping/>
  </p:clrMapOvr>
</p:sld>
</file>

<file path=ppt/theme/theme1.xml><?xml version="1.0" encoding="utf-8"?>
<a:theme xmlns:a="http://schemas.openxmlformats.org/drawingml/2006/main" name="Office Theme">
  <a:themeElements>
    <a:clrScheme name="Insight Global">
      <a:dk1>
        <a:srgbClr val="000000"/>
      </a:dk1>
      <a:lt1>
        <a:srgbClr val="FFFFFF"/>
      </a:lt1>
      <a:dk2>
        <a:srgbClr val="00273B"/>
      </a:dk2>
      <a:lt2>
        <a:srgbClr val="F2F2F2"/>
      </a:lt2>
      <a:accent1>
        <a:srgbClr val="00D6F2"/>
      </a:accent1>
      <a:accent2>
        <a:srgbClr val="FFD700"/>
      </a:accent2>
      <a:accent3>
        <a:srgbClr val="FF0069"/>
      </a:accent3>
      <a:accent4>
        <a:srgbClr val="FA8B35"/>
      </a:accent4>
      <a:accent5>
        <a:srgbClr val="4527A0"/>
      </a:accent5>
      <a:accent6>
        <a:srgbClr val="56E13B"/>
      </a:accent6>
      <a:hlink>
        <a:srgbClr val="FF0069"/>
      </a:hlink>
      <a:folHlink>
        <a:srgbClr val="D214AA"/>
      </a:folHlink>
    </a:clrScheme>
    <a:fontScheme name="Insight Global">
      <a:majorFont>
        <a:latin typeface="Trenda IG Tex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nda IG Display"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Trenda IG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21450</Words>
  <Application>Microsoft Office PowerPoint</Application>
  <PresentationFormat>Widescreen</PresentationFormat>
  <Paragraphs>2663</Paragraphs>
  <Slides>36</Slides>
  <Notes>29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36</vt:i4>
      </vt:variant>
    </vt:vector>
  </HeadingPairs>
  <TitlesOfParts>
    <vt:vector size="44" baseType="lpstr">
      <vt:lpstr>Arial</vt:lpstr>
      <vt:lpstr>Calibri</vt:lpstr>
      <vt:lpstr>Courier New</vt:lpstr>
      <vt:lpstr>Trenda IG Text</vt:lpstr>
      <vt:lpstr>Trenda IG Text Light</vt:lpstr>
      <vt:lpstr>Trenda IG Text Semibold</vt:lpstr>
      <vt:lpstr>Office Theme</vt:lpstr>
      <vt:lpstr>1_Office Theme</vt:lpstr>
      <vt:lpstr>Ascension AGENTIC HARNESS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Ascension Network Services - Engineering Context Knowledge Graph Architecture</dc:title>
  <dc:subject>PptxGenJS Presentation</dc:subject>
  <dc:creator>InsightGlobal</dc:creator>
  <cp:lastModifiedBy>Surya Chinta</cp:lastModifiedBy>
  <cp:revision>1</cp:revision>
  <dcterms:created xsi:type="dcterms:W3CDTF">2026-09-09T12:37:24Z</dcterms:created>
  <dcterms:modified xsi:type="dcterms:W3CDTF">2026-10-14T07:17:18Z</dcterms:modified>
</cp:coreProperties>
</file>