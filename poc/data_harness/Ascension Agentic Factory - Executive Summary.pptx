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39"/>
  </p:notesMasterIdLst>
  <p:sldIdLst>
    <p:sldId id="318" r:id="rId3"/>
    <p:sldId id="319" r:id="rId11"/>
    <p:sldId id="320" r:id="rId12"/>
    <p:sldId id="321" r:id="rId13"/>
    <p:sldId id="322" r:id="rId14"/>
    <p:sldId id="32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7C935-1B6D-4E44-B47C-046E66B68172}" v="1" dt="2026-10-13T08:50:07.235"/>
    <p1510:client id="{D6061613-E3FA-45E3-B0BC-0BB213BEA706}" v="115" dt="2026-10-14T07:17:09.485"/>
    <p1510:client id="{FAAA239D-A7E8-691F-9086-0568C33ECAC9}" v="1" dt="2026-10-13T12:39:3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386" autoAdjust="0"/>
  </p:normalViewPr>
  <p:slideViewPr>
    <p:cSldViewPr snapToGrid="0">
      <p:cViewPr>
        <p:scale>
          <a:sx n="80" d="100"/>
          <a:sy n="80" d="100"/>
        </p:scale>
        <p:origin x="6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andiraju" userId="S::sandeep.kandiraju@insightglobal.com::73c9edc8-56ca-4b73-b526-6c8c5936bb95" providerId="AD" clId="Web-{FAAA239D-A7E8-691F-9086-0568C33ECAC9}"/>
    <pc:docChg chg="delSld">
      <pc:chgData name="Sandeep Kandiraju" userId="S::sandeep.kandiraju@insightglobal.com::73c9edc8-56ca-4b73-b526-6c8c5936bb95" providerId="AD" clId="Web-{FAAA239D-A7E8-691F-9086-0568C33ECAC9}" dt="2026-10-13T12:39:32.049" v="0"/>
      <pc:docMkLst>
        <pc:docMk/>
      </pc:docMkLst>
      <pc:sldChg chg="del">
        <pc:chgData name="Sandeep Kandiraju" userId="S::sandeep.kandiraju@insightglobal.com::73c9edc8-56ca-4b73-b526-6c8c5936bb95" providerId="AD" clId="Web-{FAAA239D-A7E8-691F-9086-0568C33ECAC9}" dt="2026-10-13T12:39:32.049" v="0"/>
        <pc:sldMkLst>
          <pc:docMk/>
          <pc:sldMk cId="0" sldId="329"/>
        </pc:sldMkLst>
      </pc:sldChg>
    </pc:docChg>
  </pc:docChgLst>
  <pc:docChgLst>
    <pc:chgData name="Surya Chinta" userId="41ee6f01-053e-4268-a09b-364f54be2fbe" providerId="ADAL" clId="{E5143D04-8900-4457-BE49-945FECC57414}"/>
    <pc:docChg chg="undo custSel addSld delSld modSld sldOrd">
      <pc:chgData name="Surya Chinta" userId="41ee6f01-053e-4268-a09b-364f54be2fbe" providerId="ADAL" clId="{E5143D04-8900-4457-BE49-945FECC57414}" dt="2026-10-14T07:17:09.485" v="319"/>
      <pc:docMkLst>
        <pc:docMk/>
      </pc:docMkLst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7"/>
        </pc:sldMkLst>
      </pc:sldChg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8"/>
        </pc:sldMkLst>
      </pc:sldChg>
      <pc:sldChg chg="modSp mod">
        <pc:chgData name="Surya Chinta" userId="41ee6f01-053e-4268-a09b-364f54be2fbe" providerId="ADAL" clId="{E5143D04-8900-4457-BE49-945FECC57414}" dt="2026-10-13T03:22:34.188" v="124" actId="6549"/>
        <pc:sldMkLst>
          <pc:docMk/>
          <pc:sldMk cId="3603168410" sldId="318"/>
        </pc:sldMkLst>
        <pc:spChg chg="mod">
          <ac:chgData name="Surya Chinta" userId="41ee6f01-053e-4268-a09b-364f54be2fbe" providerId="ADAL" clId="{E5143D04-8900-4457-BE49-945FECC57414}" dt="2026-10-13T03:22:34.188" v="124" actId="6549"/>
          <ac:spMkLst>
            <pc:docMk/>
            <pc:sldMk cId="3603168410" sldId="318"/>
            <ac:spMk id="2" creationId="{4EA92DF6-3BED-B26E-DE34-1D5A049BE760}"/>
          </ac:spMkLst>
        </pc:spChg>
        <pc:spChg chg="mod">
          <ac:chgData name="Surya Chinta" userId="41ee6f01-053e-4268-a09b-364f54be2fbe" providerId="ADAL" clId="{E5143D04-8900-4457-BE49-945FECC57414}" dt="2026-10-13T03:22:23.260" v="100"/>
          <ac:spMkLst>
            <pc:docMk/>
            <pc:sldMk cId="3603168410" sldId="318"/>
            <ac:spMk id="8" creationId="{D6B1835E-2C04-5EC5-9045-B9B64D0E8440}"/>
          </ac:spMkLst>
        </pc:spChg>
        <pc:spChg chg="mod">
          <ac:chgData name="Surya Chinta" userId="41ee6f01-053e-4268-a09b-364f54be2fbe" providerId="ADAL" clId="{E5143D04-8900-4457-BE49-945FECC57414}" dt="2026-10-13T03:22:06.748" v="99" actId="20577"/>
          <ac:spMkLst>
            <pc:docMk/>
            <pc:sldMk cId="3603168410" sldId="318"/>
            <ac:spMk id="11" creationId="{3CC066D7-8386-587D-D5CA-A9B0917A0A6A}"/>
          </ac:spMkLst>
        </pc:spChg>
      </pc:sldChg>
      <pc:sldChg chg="modSp">
        <pc:chgData name="Surya Chinta" userId="41ee6f01-053e-4268-a09b-364f54be2fbe" providerId="ADAL" clId="{E5143D04-8900-4457-BE49-945FECC57414}" dt="2026-10-13T03:28:34.048" v="185"/>
        <pc:sldMkLst>
          <pc:docMk/>
          <pc:sldMk cId="0" sldId="319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19"/>
            <ac:spMk id="192" creationId="{00000000-0000-0000-0000-000000000000}"/>
          </ac:spMkLst>
        </pc:spChg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0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1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2"/>
        </pc:sldMkLst>
      </pc:sldChg>
      <pc:sldChg chg="addSp delSp modSp mod modNotes modNotesTx">
        <pc:chgData name="Surya Chinta" userId="41ee6f01-053e-4268-a09b-364f54be2fbe" providerId="ADAL" clId="{E5143D04-8900-4457-BE49-945FECC57414}" dt="2026-10-13T10:58:19.500" v="265" actId="767"/>
        <pc:sldMkLst>
          <pc:docMk/>
          <pc:sldMk cId="0" sldId="323"/>
        </pc:sldMkLst>
        <pc:spChg chg="mod">
          <ac:chgData name="Surya Chinta" userId="41ee6f01-053e-4268-a09b-364f54be2fbe" providerId="ADAL" clId="{E5143D04-8900-4457-BE49-945FECC57414}" dt="2026-10-13T03:23:44.191" v="129"/>
          <ac:spMkLst>
            <pc:docMk/>
            <pc:sldMk cId="0" sldId="323"/>
            <ac:spMk id="2" creationId="{00000000-0000-0000-0000-000000000000}"/>
          </ac:spMkLst>
        </pc:spChg>
        <pc:spChg chg="add del mod">
          <ac:chgData name="Surya Chinta" userId="41ee6f01-053e-4268-a09b-364f54be2fbe" providerId="ADAL" clId="{E5143D04-8900-4457-BE49-945FECC57414}" dt="2026-10-13T10:58:19.500" v="265" actId="767"/>
          <ac:spMkLst>
            <pc:docMk/>
            <pc:sldMk cId="0" sldId="323"/>
            <ac:spMk id="101" creationId="{9D224369-A1F1-48FA-2872-027FA25AA213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51.121" v="316"/>
        <pc:sldMkLst>
          <pc:docMk/>
          <pc:sldMk cId="0" sldId="324"/>
        </pc:sldMkLst>
        <pc:spChg chg="mod">
          <ac:chgData name="Surya Chinta" userId="41ee6f01-053e-4268-a09b-364f54be2fbe" providerId="ADAL" clId="{E5143D04-8900-4457-BE49-945FECC57414}" dt="2026-10-13T03:33:07.200" v="197"/>
          <ac:spMkLst>
            <pc:docMk/>
            <pc:sldMk cId="0" sldId="32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0.233" v="187"/>
          <ac:spMkLst>
            <pc:docMk/>
            <pc:sldMk cId="0" sldId="32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51.121" v="316"/>
          <ac:spMkLst>
            <pc:docMk/>
            <pc:sldMk cId="0" sldId="324"/>
            <ac:spMk id="7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45.178" v="315"/>
        <pc:sldMkLst>
          <pc:docMk/>
          <pc:sldMk cId="0" sldId="325"/>
        </pc:sldMkLst>
        <pc:spChg chg="mod">
          <ac:chgData name="Surya Chinta" userId="41ee6f01-053e-4268-a09b-364f54be2fbe" providerId="ADAL" clId="{E5143D04-8900-4457-BE49-945FECC57414}" dt="2026-10-13T03:33:30.591" v="198"/>
          <ac:spMkLst>
            <pc:docMk/>
            <pc:sldMk cId="0" sldId="32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8.285" v="190" actId="14100"/>
          <ac:spMkLst>
            <pc:docMk/>
            <pc:sldMk cId="0" sldId="32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16.018" v="314" actId="20577"/>
          <ac:spMkLst>
            <pc:docMk/>
            <pc:sldMk cId="0" sldId="325"/>
            <ac:spMk id="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45.178" v="315"/>
          <ac:spMkLst>
            <pc:docMk/>
            <pc:sldMk cId="0" sldId="325"/>
            <ac:spMk id="74" creationId="{00000000-0000-0000-0000-000000000000}"/>
          </ac:spMkLst>
        </pc:spChg>
      </pc:sldChg>
      <pc:sldChg chg="modSp modNotesTx">
        <pc:chgData name="Surya Chinta" userId="41ee6f01-053e-4268-a09b-364f54be2fbe" providerId="ADAL" clId="{E5143D04-8900-4457-BE49-945FECC57414}" dt="2026-10-13T04:22:22.021" v="251" actId="6549"/>
        <pc:sldMkLst>
          <pc:docMk/>
          <pc:sldMk cId="0" sldId="326"/>
        </pc:sldMkLst>
        <pc:spChg chg="mod">
          <ac:chgData name="Surya Chinta" userId="41ee6f01-053e-4268-a09b-364f54be2fbe" providerId="ADAL" clId="{E5143D04-8900-4457-BE49-945FECC57414}" dt="2026-10-13T03:34:02.933" v="201"/>
          <ac:spMkLst>
            <pc:docMk/>
            <pc:sldMk cId="0" sldId="326"/>
            <ac:spMk id="2" creationId="{00000000-0000-0000-0000-000000000000}"/>
          </ac:spMkLst>
        </pc:spChg>
        <pc:graphicFrameChg chg="mod">
          <ac:chgData name="Surya Chinta" userId="41ee6f01-053e-4268-a09b-364f54be2fbe" providerId="ADAL" clId="{E5143D04-8900-4457-BE49-945FECC57414}" dt="2026-10-13T03:28:34.048" v="185"/>
          <ac:graphicFrameMkLst>
            <pc:docMk/>
            <pc:sldMk cId="0" sldId="326"/>
            <ac:graphicFrameMk id="42" creationId="{00000000-0000-0000-0000-000000000000}"/>
          </ac:graphicFrameMkLst>
        </pc:graphicFrame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7"/>
        </pc:sldMkLst>
        <pc:spChg chg="mod">
          <ac:chgData name="Surya Chinta" userId="41ee6f01-053e-4268-a09b-364f54be2fbe" providerId="ADAL" clId="{E5143D04-8900-4457-BE49-945FECC57414}" dt="2026-10-13T03:33:41.285" v="199"/>
          <ac:spMkLst>
            <pc:docMk/>
            <pc:sldMk cId="0" sldId="327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4" creationId="{00000000-0000-0000-0000-000000000000}"/>
          </ac:spMkLst>
        </pc:sp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8"/>
        </pc:sldMkLst>
        <pc:spChg chg="mod">
          <ac:chgData name="Surya Chinta" userId="41ee6f01-053e-4268-a09b-364f54be2fbe" providerId="ADAL" clId="{E5143D04-8900-4457-BE49-945FECC57414}" dt="2026-10-13T03:33:52.276" v="2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8"/>
            <ac:spMk id="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10:58:02.892" v="260" actId="1076"/>
        <pc:sldMkLst>
          <pc:docMk/>
          <pc:sldMk cId="0" sldId="329"/>
        </pc:sldMkLst>
        <pc:spChg chg="mod">
          <ac:chgData name="Surya Chinta" userId="41ee6f01-053e-4268-a09b-364f54be2fbe" providerId="ADAL" clId="{E5143D04-8900-4457-BE49-945FECC57414}" dt="2026-10-13T03:22:50.685" v="125"/>
          <ac:spMkLst>
            <pc:docMk/>
            <pc:sldMk cId="0" sldId="32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3:19.005" v="128" actId="20577"/>
          <ac:spMkLst>
            <pc:docMk/>
            <pc:sldMk cId="0" sldId="329"/>
            <ac:spMk id="4" creationId="{00000000-0000-0000-0000-000000000000}"/>
          </ac:spMkLst>
        </pc:spChg>
        <pc:picChg chg="mod">
          <ac:chgData name="Surya Chinta" userId="41ee6f01-053e-4268-a09b-364f54be2fbe" providerId="ADAL" clId="{E5143D04-8900-4457-BE49-945FECC57414}" dt="2026-10-13T10:58:02.892" v="260" actId="1076"/>
          <ac:picMkLst>
            <pc:docMk/>
            <pc:sldMk cId="0" sldId="329"/>
            <ac:picMk id="28" creationId="{00000000-0000-0000-0000-000000000000}"/>
          </ac:picMkLst>
        </pc:picChg>
      </pc:sldChg>
      <pc:sldChg chg="delSp modSp mod modNotes modNotesTx">
        <pc:chgData name="Surya Chinta" userId="41ee6f01-053e-4268-a09b-364f54be2fbe" providerId="ADAL" clId="{E5143D04-8900-4457-BE49-945FECC57414}" dt="2026-10-14T07:11:16.844" v="300" actId="478"/>
        <pc:sldMkLst>
          <pc:docMk/>
          <pc:sldMk cId="0" sldId="330"/>
        </pc:sldMkLst>
        <pc:spChg chg="mod">
          <ac:chgData name="Surya Chinta" userId="41ee6f01-053e-4268-a09b-364f54be2fbe" providerId="ADAL" clId="{E5143D04-8900-4457-BE49-945FECC57414}" dt="2026-10-13T03:24:18.366" v="130"/>
          <ac:spMkLst>
            <pc:docMk/>
            <pc:sldMk cId="0" sldId="33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23.820" v="131"/>
          <ac:spMkLst>
            <pc:docMk/>
            <pc:sldMk cId="0" sldId="330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34.197" v="133" actId="14100"/>
          <ac:spMkLst>
            <pc:docMk/>
            <pc:sldMk cId="0" sldId="330"/>
            <ac:spMk id="1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45.614" v="144" actId="20577"/>
          <ac:spMkLst>
            <pc:docMk/>
            <pc:sldMk cId="0" sldId="330"/>
            <ac:spMk id="2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1.269" v="151" actId="20577"/>
          <ac:spMkLst>
            <pc:docMk/>
            <pc:sldMk cId="0" sldId="330"/>
            <ac:spMk id="3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5.363" v="158" actId="20577"/>
          <ac:spMkLst>
            <pc:docMk/>
            <pc:sldMk cId="0" sldId="330"/>
            <ac:spMk id="4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5:01.556" v="165" actId="20577"/>
          <ac:spMkLst>
            <pc:docMk/>
            <pc:sldMk cId="0" sldId="330"/>
            <ac:spMk id="65" creationId="{00000000-0000-0000-0000-000000000000}"/>
          </ac:spMkLst>
        </pc:spChg>
        <pc:spChg chg="del mod">
          <ac:chgData name="Surya Chinta" userId="41ee6f01-053e-4268-a09b-364f54be2fbe" providerId="ADAL" clId="{E5143D04-8900-4457-BE49-945FECC57414}" dt="2026-10-14T07:11:16.844" v="300" actId="478"/>
          <ac:spMkLst>
            <pc:docMk/>
            <pc:sldMk cId="0" sldId="330"/>
            <ac:spMk id="10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6:45.288" v="166"/>
          <ac:spMkLst>
            <pc:docMk/>
            <pc:sldMk cId="0" sldId="330"/>
            <ac:spMk id="108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1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81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2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126" creationId="{00000000-0000-0000-0000-000000000000}"/>
          </ac:spMkLst>
        </pc:spChg>
      </pc:sldChg>
      <pc:sldChg chg="modSp mod ord modNotesTx">
        <pc:chgData name="Surya Chinta" userId="41ee6f01-053e-4268-a09b-364f54be2fbe" providerId="ADAL" clId="{E5143D04-8900-4457-BE49-945FECC57414}" dt="2026-10-14T07:13:57.250" v="307"/>
        <pc:sldMkLst>
          <pc:docMk/>
          <pc:sldMk cId="0" sldId="333"/>
        </pc:sldMkLst>
        <pc:spChg chg="mod">
          <ac:chgData name="Surya Chinta" userId="41ee6f01-053e-4268-a09b-364f54be2fbe" providerId="ADAL" clId="{E5143D04-8900-4457-BE49-945FECC57414}" dt="2026-10-13T03:27:27.458" v="167"/>
          <ac:spMkLst>
            <pc:docMk/>
            <pc:sldMk cId="0" sldId="333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16.684" v="183" actId="6549"/>
          <ac:spMkLst>
            <pc:docMk/>
            <pc:sldMk cId="0" sldId="333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7.291" v="168"/>
          <ac:spMkLst>
            <pc:docMk/>
            <pc:sldMk cId="0" sldId="333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3"/>
            <ac:spMk id="2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9.764" v="169"/>
          <ac:spMkLst>
            <pc:docMk/>
            <pc:sldMk cId="0" sldId="333"/>
            <ac:spMk id="4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1.143" v="170"/>
          <ac:spMkLst>
            <pc:docMk/>
            <pc:sldMk cId="0" sldId="333"/>
            <ac:spMk id="5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3.215" v="171"/>
          <ac:spMkLst>
            <pc:docMk/>
            <pc:sldMk cId="0" sldId="333"/>
            <ac:spMk id="7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5.250" v="172"/>
          <ac:spMkLst>
            <pc:docMk/>
            <pc:sldMk cId="0" sldId="333"/>
            <ac:spMk id="8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59.123" v="177"/>
          <ac:spMkLst>
            <pc:docMk/>
            <pc:sldMk cId="0" sldId="333"/>
            <ac:spMk id="96" creationId="{00000000-0000-0000-0000-000000000000}"/>
          </ac:spMkLst>
        </pc:spChg>
      </pc:sldChg>
      <pc:sldChg chg="modSp ord modNotes modNotesTx">
        <pc:chgData name="Surya Chinta" userId="41ee6f01-053e-4268-a09b-364f54be2fbe" providerId="ADAL" clId="{E5143D04-8900-4457-BE49-945FECC57414}" dt="2026-10-13T12:22:32.091" v="298"/>
        <pc:sldMkLst>
          <pc:docMk/>
          <pc:sldMk cId="0" sldId="334"/>
        </pc:sldMkLst>
        <pc:spChg chg="mod">
          <ac:chgData name="Surya Chinta" userId="41ee6f01-053e-4268-a09b-364f54be2fbe" providerId="ADAL" clId="{E5143D04-8900-4457-BE49-945FECC57414}" dt="2026-10-13T03:34:13.524" v="202"/>
          <ac:spMkLst>
            <pc:docMk/>
            <pc:sldMk cId="0" sldId="33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2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0:46.884" v="191"/>
          <ac:spMkLst>
            <pc:docMk/>
            <pc:sldMk cId="0" sldId="334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51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6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73" creationId="{00000000-0000-0000-0000-000000000000}"/>
          </ac:spMkLst>
        </pc:spChg>
      </pc:sldChg>
      <pc:sldChg chg="modSp del mod modNotes">
        <pc:chgData name="Surya Chinta" userId="41ee6f01-053e-4268-a09b-364f54be2fbe" providerId="ADAL" clId="{E5143D04-8900-4457-BE49-945FECC57414}" dt="2026-10-13T03:44:33.827" v="216" actId="47"/>
        <pc:sldMkLst>
          <pc:docMk/>
          <pc:sldMk cId="0" sldId="335"/>
        </pc:sldMkLst>
        <pc:spChg chg="mod">
          <ac:chgData name="Surya Chinta" userId="41ee6f01-053e-4268-a09b-364f54be2fbe" providerId="ADAL" clId="{E5143D04-8900-4457-BE49-945FECC57414}" dt="2026-10-13T03:34:23.697" v="203"/>
          <ac:spMkLst>
            <pc:docMk/>
            <pc:sldMk cId="0" sldId="33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36.102" v="206"/>
          <ac:spMkLst>
            <pc:docMk/>
            <pc:sldMk cId="0" sldId="33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51.317" v="207"/>
          <ac:spMkLst>
            <pc:docMk/>
            <pc:sldMk cId="0" sldId="335"/>
            <ac:spMk id="33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04:22:34.933" v="255" actId="6549"/>
        <pc:sldMkLst>
          <pc:docMk/>
          <pc:sldMk cId="0" sldId="339"/>
        </pc:sldMkLst>
        <pc:spChg chg="mod">
          <ac:chgData name="Surya Chinta" userId="41ee6f01-053e-4268-a09b-364f54be2fbe" providerId="ADAL" clId="{E5143D04-8900-4457-BE49-945FECC57414}" dt="2026-10-13T03:35:26.985" v="208"/>
          <ac:spMkLst>
            <pc:docMk/>
            <pc:sldMk cId="0" sldId="33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7.056" v="193"/>
          <ac:spMkLst>
            <pc:docMk/>
            <pc:sldMk cId="0" sldId="339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1.142" v="192"/>
          <ac:spMkLst>
            <pc:docMk/>
            <pc:sldMk cId="0" sldId="339"/>
            <ac:spMk id="2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57.525" v="195"/>
          <ac:spMkLst>
            <pc:docMk/>
            <pc:sldMk cId="0" sldId="339"/>
            <ac:spMk id="3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2:04.546" v="196"/>
          <ac:spMkLst>
            <pc:docMk/>
            <pc:sldMk cId="0" sldId="339"/>
            <ac:spMk id="33" creationId="{00000000-0000-0000-0000-000000000000}"/>
          </ac:spMkLst>
        </pc:spChg>
      </pc:sldChg>
      <pc:sldChg chg="modSp">
        <pc:chgData name="Surya Chinta" userId="41ee6f01-053e-4268-a09b-364f54be2fbe" providerId="ADAL" clId="{E5143D04-8900-4457-BE49-945FECC57414}" dt="2026-10-13T03:35:36.466" v="209"/>
        <pc:sldMkLst>
          <pc:docMk/>
          <pc:sldMk cId="0" sldId="340"/>
        </pc:sldMkLst>
        <pc:spChg chg="mod">
          <ac:chgData name="Surya Chinta" userId="41ee6f01-053e-4268-a09b-364f54be2fbe" providerId="ADAL" clId="{E5143D04-8900-4457-BE49-945FECC57414}" dt="2026-10-13T03:35:36.466" v="209"/>
          <ac:spMkLst>
            <pc:docMk/>
            <pc:sldMk cId="0" sldId="34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88" creationId="{00000000-0000-0000-0000-000000000000}"/>
          </ac:spMkLst>
        </pc:spChg>
      </pc:sldChg>
      <pc:sldChg chg="add modNotesTx">
        <pc:chgData name="Surya Chinta" userId="41ee6f01-053e-4268-a09b-364f54be2fbe" providerId="ADAL" clId="{E5143D04-8900-4457-BE49-945FECC57414}" dt="2026-10-13T04:22:29.093" v="253" actId="6549"/>
        <pc:sldMkLst>
          <pc:docMk/>
          <pc:sldMk cId="2669657146" sldId="341"/>
        </pc:sldMkLst>
      </pc:sldChg>
      <pc:sldChg chg="add del">
        <pc:chgData name="Surya Chinta" userId="41ee6f01-053e-4268-a09b-364f54be2fbe" providerId="ADAL" clId="{E5143D04-8900-4457-BE49-945FECC57414}" dt="2026-10-13T03:44:16.334" v="213"/>
        <pc:sldMkLst>
          <pc:docMk/>
          <pc:sldMk cId="2818508910" sldId="341"/>
        </pc:sldMkLst>
      </pc:sldChg>
      <pc:sldChg chg="add del">
        <pc:chgData name="Surya Chinta" userId="41ee6f01-053e-4268-a09b-364f54be2fbe" providerId="ADAL" clId="{E5143D04-8900-4457-BE49-945FECC57414}" dt="2026-10-13T03:44:14.885" v="212"/>
        <pc:sldMkLst>
          <pc:docMk/>
          <pc:sldMk cId="3003088139" sldId="342"/>
        </pc:sldMkLst>
      </pc:sldChg>
      <pc:sldChg chg="add modNotesTx">
        <pc:chgData name="Surya Chinta" userId="41ee6f01-053e-4268-a09b-364f54be2fbe" providerId="ADAL" clId="{E5143D04-8900-4457-BE49-945FECC57414}" dt="2026-10-13T04:22:32.289" v="254" actId="6549"/>
        <pc:sldMkLst>
          <pc:docMk/>
          <pc:sldMk cId="3993354396" sldId="342"/>
        </pc:sldMkLst>
      </pc:sldChg>
      <pc:sldChg chg="new del">
        <pc:chgData name="Surya Chinta" userId="41ee6f01-053e-4268-a09b-364f54be2fbe" providerId="ADAL" clId="{E5143D04-8900-4457-BE49-945FECC57414}" dt="2026-10-13T04:11:46.664" v="218" actId="47"/>
        <pc:sldMkLst>
          <pc:docMk/>
          <pc:sldMk cId="737576513" sldId="343"/>
        </pc:sldMkLst>
      </pc:sldChg>
      <pc:sldChg chg="add del ord">
        <pc:chgData name="Surya Chinta" userId="41ee6f01-053e-4268-a09b-364f54be2fbe" providerId="ADAL" clId="{E5143D04-8900-4457-BE49-945FECC57414}" dt="2026-10-13T12:06:18.032" v="295" actId="47"/>
        <pc:sldMkLst>
          <pc:docMk/>
          <pc:sldMk cId="3339790584" sldId="343"/>
        </pc:sldMkLst>
      </pc:sldChg>
      <pc:sldChg chg="addSp delSp modSp add del mod">
        <pc:chgData name="Surya Chinta" userId="41ee6f01-053e-4268-a09b-364f54be2fbe" providerId="ADAL" clId="{E5143D04-8900-4457-BE49-945FECC57414}" dt="2026-10-13T04:15:22.525" v="238" actId="47"/>
        <pc:sldMkLst>
          <pc:docMk/>
          <pc:sldMk cId="3892843266" sldId="343"/>
        </pc:sldMkLst>
        <pc:spChg chg="mod">
          <ac:chgData name="Surya Chinta" userId="41ee6f01-053e-4268-a09b-364f54be2fbe" providerId="ADAL" clId="{E5143D04-8900-4457-BE49-945FECC57414}" dt="2026-10-13T04:12:55.407" v="230" actId="20577"/>
          <ac:spMkLst>
            <pc:docMk/>
            <pc:sldMk cId="3892843266" sldId="343"/>
            <ac:spMk id="2" creationId="{E0CE59E0-75BE-9435-6D4B-10DDEFDBC63E}"/>
          </ac:spMkLst>
        </pc:spChg>
        <pc:spChg chg="mod">
          <ac:chgData name="Surya Chinta" userId="41ee6f01-053e-4268-a09b-364f54be2fbe" providerId="ADAL" clId="{E5143D04-8900-4457-BE49-945FECC57414}" dt="2026-10-13T04:12:20.340" v="223" actId="207"/>
          <ac:spMkLst>
            <pc:docMk/>
            <pc:sldMk cId="3892843266" sldId="343"/>
            <ac:spMk id="3" creationId="{599C01BF-5D22-1106-AD67-6E63C9DE218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1" creationId="{8E183A8A-0725-6582-1943-F79D6A7046D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8" creationId="{63425C44-364C-C4B7-A2FC-0854385A8062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1" creationId="{71DBD3F2-32CF-76F9-CBED-FD96AAC9137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6" creationId="{B0C810E7-5B23-8DF3-BF67-17B8277548A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3" creationId="{A2C8178C-C2E9-A652-8894-2357F0135A0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5" creationId="{BA83F133-902C-1573-908A-16E49462339D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68" creationId="{E0D90BEE-2932-970B-A7EE-EFEC78067453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85" creationId="{AEE79047-C152-0D59-62D1-583DF2B29C2A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1" creationId="{8D978C35-A29B-AAE8-BBD6-E44A4FC5102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9" creationId="{CA3C0FEA-71D2-2AA4-08CC-E641AF679B3B}"/>
          </ac:spMkLst>
        </pc:spChg>
        <pc:spChg chg="del">
          <ac:chgData name="Surya Chinta" userId="41ee6f01-053e-4268-a09b-364f54be2fbe" providerId="ADAL" clId="{E5143D04-8900-4457-BE49-945FECC57414}" dt="2026-10-13T04:12:01.841" v="221" actId="478"/>
          <ac:spMkLst>
            <pc:docMk/>
            <pc:sldMk cId="3892843266" sldId="343"/>
            <ac:spMk id="108" creationId="{E15381FE-68C1-22AF-4D5D-EDB6C331AF5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18" creationId="{4AF22FC1-5D27-8A16-A53B-FCB9926D90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32" creationId="{466E524F-AB36-8918-1BE9-480623BB13C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44" creationId="{EC556DE5-EC56-A467-97D2-D3368DFD65A4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0" creationId="{C5A72FE7-385F-9BB7-3B04-934C4FA758EE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2" creationId="{05B8221B-335C-34EE-460A-A86A4D248370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4" creationId="{202324D7-D099-6EEC-8176-12A508DA3E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8" creationId="{3693C6B7-C548-4D11-7D35-47285A407E0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0" creationId="{2128F82A-1AD6-0D43-8F62-A5BE8EB2BA9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2" creationId="{02DFBC2B-0868-6FA4-976D-CD8070FA3135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6" creationId="{56F795E0-33B3-64D3-5797-AE87CDE66C3C}"/>
          </ac:spMkLst>
        </pc:spChg>
      </pc:sldChg>
      <pc:sldChg chg="add ord modNotesTx">
        <pc:chgData name="Surya Chinta" userId="41ee6f01-053e-4268-a09b-364f54be2fbe" providerId="ADAL" clId="{E5143D04-8900-4457-BE49-945FECC57414}" dt="2026-10-13T11:51:43.874" v="285"/>
        <pc:sldMkLst>
          <pc:docMk/>
          <pc:sldMk cId="3269789473" sldId="344"/>
        </pc:sldMkLst>
      </pc:sldChg>
      <pc:sldChg chg="add del setBg">
        <pc:chgData name="Surya Chinta" userId="41ee6f01-053e-4268-a09b-364f54be2fbe" providerId="ADAL" clId="{E5143D04-8900-4457-BE49-945FECC57414}" dt="2026-10-13T04:15:16.367" v="234"/>
        <pc:sldMkLst>
          <pc:docMk/>
          <pc:sldMk cId="3998421934" sldId="344"/>
        </pc:sldMkLst>
      </pc:sldChg>
      <pc:sldChg chg="add ord">
        <pc:chgData name="Surya Chinta" userId="41ee6f01-053e-4268-a09b-364f54be2fbe" providerId="ADAL" clId="{E5143D04-8900-4457-BE49-945FECC57414}" dt="2026-10-13T11:51:39.320" v="283"/>
        <pc:sldMkLst>
          <pc:docMk/>
          <pc:sldMk cId="2510581986" sldId="345"/>
        </pc:sldMkLst>
      </pc:sldChg>
      <pc:sldChg chg="add del setBg">
        <pc:chgData name="Surya Chinta" userId="41ee6f01-053e-4268-a09b-364f54be2fbe" providerId="ADAL" clId="{E5143D04-8900-4457-BE49-945FECC57414}" dt="2026-10-13T11:12:46.491" v="267"/>
        <pc:sldMkLst>
          <pc:docMk/>
          <pc:sldMk cId="2168820613" sldId="346"/>
        </pc:sldMkLst>
      </pc:sldChg>
      <pc:sldChg chg="addSp delSp modSp add mod ord">
        <pc:chgData name="Surya Chinta" userId="41ee6f01-053e-4268-a09b-364f54be2fbe" providerId="ADAL" clId="{E5143D04-8900-4457-BE49-945FECC57414}" dt="2026-10-14T07:13:17.527" v="305"/>
        <pc:sldMkLst>
          <pc:docMk/>
          <pc:sldMk cId="3951767496" sldId="346"/>
        </pc:sldMkLst>
        <pc:spChg chg="add del mod">
          <ac:chgData name="Surya Chinta" userId="41ee6f01-053e-4268-a09b-364f54be2fbe" providerId="ADAL" clId="{E5143D04-8900-4457-BE49-945FECC57414}" dt="2026-10-13T11:13:14.607" v="272"/>
          <ac:spMkLst>
            <pc:docMk/>
            <pc:sldMk cId="3951767496" sldId="346"/>
            <ac:spMk id="79" creationId="{F2B1CF47-0C8F-0E49-D014-4F94A5BE112F}"/>
          </ac:spMkLst>
        </pc:spChg>
        <pc:spChg chg="add del mod">
          <ac:chgData name="Surya Chinta" userId="41ee6f01-053e-4268-a09b-364f54be2fbe" providerId="ADAL" clId="{E5143D04-8900-4457-BE49-945FECC57414}" dt="2026-10-13T11:13:16.074" v="275"/>
          <ac:spMkLst>
            <pc:docMk/>
            <pc:sldMk cId="3951767496" sldId="346"/>
            <ac:spMk id="80" creationId="{7FEC237C-6384-FF6A-D5A3-C979EE5C2DAC}"/>
          </ac:spMkLst>
        </pc:spChg>
      </pc:sldChg>
      <pc:sldChg chg="add ord">
        <pc:chgData name="Surya Chinta" userId="41ee6f01-053e-4268-a09b-364f54be2fbe" providerId="ADAL" clId="{E5143D04-8900-4457-BE49-945FECC57414}" dt="2026-10-13T11:27:13.592" v="281"/>
        <pc:sldMkLst>
          <pc:docMk/>
          <pc:sldMk cId="2660977724" sldId="347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127672974" sldId="348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731863554" sldId="349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526011613" sldId="350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543986423" sldId="351"/>
        </pc:sldMkLst>
      </pc:sldChg>
      <pc:sldChg chg="add">
        <pc:chgData name="Surya Chinta" userId="41ee6f01-053e-4268-a09b-364f54be2fbe" providerId="ADAL" clId="{E5143D04-8900-4457-BE49-945FECC57414}" dt="2026-10-13T12:06:15.251" v="294"/>
        <pc:sldMkLst>
          <pc:docMk/>
          <pc:sldMk cId="279582318" sldId="352"/>
        </pc:sldMkLst>
      </pc:sldChg>
      <pc:sldChg chg="add del setBg">
        <pc:chgData name="Surya Chinta" userId="41ee6f01-053e-4268-a09b-364f54be2fbe" providerId="ADAL" clId="{E5143D04-8900-4457-BE49-945FECC57414}" dt="2026-10-13T12:06:11.921" v="293"/>
        <pc:sldMkLst>
          <pc:docMk/>
          <pc:sldMk cId="967238637" sldId="352"/>
        </pc:sldMkLst>
      </pc:sldChg>
      <pc:sldChg chg="add">
        <pc:chgData name="Surya Chinta" userId="41ee6f01-053e-4268-a09b-364f54be2fbe" providerId="ADAL" clId="{E5143D04-8900-4457-BE49-945FECC57414}" dt="2026-10-13T12:22:23.052" v="296"/>
        <pc:sldMkLst>
          <pc:docMk/>
          <pc:sldMk cId="815528859" sldId="353"/>
        </pc:sldMkLst>
      </pc:sldChg>
      <pc:sldChg chg="add">
        <pc:chgData name="Surya Chinta" userId="41ee6f01-053e-4268-a09b-364f54be2fbe" providerId="ADAL" clId="{E5143D04-8900-4457-BE49-945FECC57414}" dt="2026-10-14T07:13:00.409" v="303"/>
        <pc:sldMkLst>
          <pc:docMk/>
          <pc:sldMk cId="476873487" sldId="354"/>
        </pc:sldMkLst>
      </pc:sldChg>
      <pc:sldChg chg="add del setBg">
        <pc:chgData name="Surya Chinta" userId="41ee6f01-053e-4268-a09b-364f54be2fbe" providerId="ADAL" clId="{E5143D04-8900-4457-BE49-945FECC57414}" dt="2026-10-14T07:12:57.371" v="302"/>
        <pc:sldMkLst>
          <pc:docMk/>
          <pc:sldMk cId="3194574060" sldId="354"/>
        </pc:sldMkLst>
      </pc:sldChg>
      <pc:sldChg chg="add">
        <pc:chgData name="Surya Chinta" userId="41ee6f01-053e-4268-a09b-364f54be2fbe" providerId="ADAL" clId="{E5143D04-8900-4457-BE49-945FECC57414}" dt="2026-10-14T07:17:09.485" v="319"/>
        <pc:sldMkLst>
          <pc:docMk/>
          <pc:sldMk cId="2560747931" sldId="355"/>
        </pc:sldMkLst>
      </pc:sldChg>
    </pc:docChg>
  </pc:docChgLst>
  <pc:docChgLst>
    <pc:chgData name="Sandeep Kandiraju" userId="73c9edc8-56ca-4b73-b526-6c8c5936bb95" providerId="ADAL" clId="{72C2FB20-06DE-4857-9800-006CD8C248A1}"/>
    <pc:docChg chg="custSel modSld">
      <pc:chgData name="Sandeep Kandiraju" userId="73c9edc8-56ca-4b73-b526-6c8c5936bb95" providerId="ADAL" clId="{72C2FB20-06DE-4857-9800-006CD8C248A1}" dt="2026-10-13T08:50:07.235" v="0" actId="33524"/>
      <pc:docMkLst>
        <pc:docMk/>
      </pc:docMkLst>
      <pc:sldChg chg="modSp mod">
        <pc:chgData name="Sandeep Kandiraju" userId="73c9edc8-56ca-4b73-b526-6c8c5936bb95" providerId="ADAL" clId="{72C2FB20-06DE-4857-9800-006CD8C248A1}" dt="2026-10-13T08:50:07.235" v="0" actId="33524"/>
        <pc:sldMkLst>
          <pc:docMk/>
          <pc:sldMk cId="0" sldId="324"/>
        </pc:sldMkLst>
        <pc:spChg chg="mod">
          <ac:chgData name="Sandeep Kandiraju" userId="73c9edc8-56ca-4b73-b526-6c8c5936bb95" providerId="ADAL" clId="{72C2FB20-06DE-4857-9800-006CD8C248A1}" dt="2026-10-13T08:50:07.235" v="0" actId="33524"/>
          <ac:spMkLst>
            <pc:docMk/>
            <pc:sldMk cId="0" sldId="324"/>
            <ac:spMk id="10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08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Executive summary of the Ascension Agentic Factory, read before the full deck.</a:t>
            </a:r>
          </a:p>
          <a:p>
            <a:r>
              <a:t>One factory, three jobs: Health Cloud delivery from Codex, Marketing Cloud campaigns on governed Google Cloud data, and the Sierra voice agent on governed knowledge. Five slides: what it is, what changes for Ascension, how it works, why it is safe, and the next step.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The Agentic Factory on one page   (about 2 minutes)</a:t>
            </a:r>
          </a:p>
          <a:p/>
          <a:p>
            <a:r>
              <a:t>KEY MESSAGE</a:t>
            </a:r>
          </a:p>
          <a:p>
            <a:r>
              <a:t>One factory does three jobs for Ascension, on one platform: it delivers Health Cloud changes from a Jira story, it plans and builds Marketing Cloud campaigns on governed Google Cloud data, and it keeps the Sierra voice agent's answers accurate and its patient actions safe.</a:t>
            </a:r>
          </a:p>
          <a:p/>
          <a:p>
            <a:r>
              <a:t>WALK IT</a:t>
            </a:r>
          </a:p>
          <a:p>
            <a:r>
              <a:t>- Delivery: seven delivery agents take a Jira story from requirements to a tested release, the same agents on every pod.</a:t>
            </a:r>
          </a:p>
          <a:p>
            <a:r>
              <a:t>- Campaigns: seven campaign agents plan, design and test on masked data; deterministic services, not agents, release the right patients.</a:t>
            </a:r>
          </a:p>
          <a:p>
            <a:r>
              <a:t>- Sierra voice agent: answers from approved articles; books, cancels and reschedules through scoped APIs after the caller is verified.</a:t>
            </a:r>
          </a:p>
          <a:p>
            <a:r>
              <a:t>- All three share one knowledge graph, one governance layer, one set of evals and approvals, and one change passport.</a:t>
            </a:r>
          </a:p>
          <a:p>
            <a:r>
              <a:t>- It runs on what Ascension already owns: Codex, Salesforce, Google Cloud, Collibra, Copado.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What changes for Ascension   (about 2 minutes)</a:t>
            </a:r>
          </a:p>
          <a:p/>
          <a:p>
            <a:r>
              <a:t>KEY MESSAGE</a:t>
            </a:r>
          </a:p>
          <a:p>
            <a:r>
              <a:t>Faster delivery, faster campaigns and leaner squads, with people still approving every change.</a:t>
            </a:r>
          </a:p>
          <a:p/>
          <a:p>
            <a:r>
              <a:t>THE NUMBERS</a:t>
            </a:r>
          </a:p>
          <a:p>
            <a:r>
              <a:t>- A Health Cloud change: about 2 weeks today, from Jira story to UAT sign-off; about 2 days on the factory, story to production. Agent-assisted delivery at Ascension has already measured 1-2 weeks down to 2-4 days.</a:t>
            </a:r>
          </a:p>
          <a:p>
            <a:r>
              <a:t>- A Marketing Cloud campaign: about 90 days today; about 10-12 days, because the data is governed and ready once instead of prepared for every campaign. Legal review becomes the pace setter.</a:t>
            </a:r>
          </a:p>
          <a:p>
            <a:r>
              <a:t>- A squad of 5-7 people becomes about 2.4: a PM / tech lead, a dev / QA directing the agents, and a PM / TL shared across squads.</a:t>
            </a:r>
          </a:p>
          <a:p>
            <a:r>
              <a:t>- About $19.9M saved over three years across the pods, about 50% lower at full run rate.</a:t>
            </a:r>
          </a:p>
          <a:p/>
          <a:p>
            <a:r>
              <a:t>BE HONEST</a:t>
            </a:r>
          </a:p>
          <a:p>
            <a:r>
              <a:t>The factory figures are pilot targets and planning estimates, confirmed against each pod's Phase 0 baseline.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How it works   (about 2 minutes)</a:t>
            </a:r>
          </a:p>
          <a:p/>
          <a:p>
            <a:r>
              <a:t>KEY MESSAGE</a:t>
            </a:r>
          </a:p>
          <a:p>
            <a:r>
              <a:t>Four steps, the same for every job: the data is governed first, agents plan, build and test on masked data, people approve, and only then does anything reach production or a patient.</a:t>
            </a:r>
          </a:p>
          <a:p/>
          <a:p>
            <a:r>
              <a:t>WALK IT</a:t>
            </a:r>
          </a:p>
          <a:p>
            <a:r>
              <a:t>1 Govern the data: in Google Cloud, Bronze, Silver and Gold layers; DLP classifies, a Collibra steward approves, policy tags mask PHI. Agents get aggregates and masked views only.</a:t>
            </a:r>
          </a:p>
          <a:p>
            <a:r>
              <a:t>2 Agents plan, build and test: seven delivery agents and seven campaign agents, with cited context from the knowledge graph. Every step is scored by evals; a failure goes back to the step that caused it, at most five times, then a named owner.</a:t>
            </a:r>
          </a:p>
          <a:p>
            <a:r>
              <a:t>3 People approve: product owner, architect, tech lead and business for delivery (H1-H4, then CAB); marketer, clinical and compliance for campaigns (G1-G3).</a:t>
            </a:r>
          </a:p>
          <a:p>
            <a:r>
              <a:t>4 Release safely: delivery through Copado by the owning team, with no agent credential in production; campaign patients only through the activation gateway, with consent re-checked at send.</a:t>
            </a:r>
          </a:p>
          <a:p>
            <a:r>
              <a:t>Underneath: the Change Guardian checks every change against who owns and uses it, and the change passport records every step.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Safe by design   (about 2 minutes)</a:t>
            </a:r>
          </a:p>
          <a:p/>
          <a:p>
            <a:r>
              <a:t>KEY MESSAGE</a:t>
            </a:r>
          </a:p>
          <a:p>
            <a:r>
              <a:t>Safety is built into the platform, not added at the end. Six guarantees hold for every pod and every job.</a:t>
            </a:r>
          </a:p>
          <a:p/>
          <a:p>
            <a:r>
              <a:t>WALK IT</a:t>
            </a:r>
          </a:p>
          <a:p>
            <a:r>
              <a:t>- Agents never see raw PHI: aggregates and masked views only; patient data leaves only through the activation gateway.</a:t>
            </a:r>
          </a:p>
          <a:p>
            <a:r>
              <a:t>- No production credentials: three identities (read, develop, release); the owning team deploys.</a:t>
            </a:r>
          </a:p>
          <a:p>
            <a:r>
              <a:t>- People decide: every gate is a named person; agents recommend, people approve.</a:t>
            </a:r>
          </a:p>
          <a:p>
            <a:r>
              <a:t>- The right patient only: eligibility, consent and suppression are checked by deterministic services, and consent is re-checked at send.</a:t>
            </a:r>
          </a:p>
          <a:p>
            <a:r>
              <a:t>- No pod breaks another: the Change Guardian checks every change against who owns and uses it.</a:t>
            </a:r>
          </a:p>
          <a:p>
            <a:r>
              <a:t>- Every step recorded: the change passport and evals make every change auditable.</a:t>
            </a:r>
          </a:p>
          <a:p>
            <a:r>
              <a:t>And on HIPAA: masking alone is not compliance. Classification and steward approval stay, and de-identification, permitted use, tenant isolation and the full HIPAA controls are designed in, not assumed.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Recommended next step: a measured pilot   (about 2 minutes)</a:t>
            </a:r>
          </a:p>
          <a:p/>
          <a:p>
            <a:r>
              <a:t>KEY MESSAGE</a:t>
            </a:r>
          </a:p>
          <a:p>
            <a:r>
              <a:t>Start with one Health Cloud pod and one campaign, measure against today's baseline, then add pods one at a time.</a:t>
            </a:r>
          </a:p>
          <a:p/>
          <a:p>
            <a:r>
              <a:t>THE PILOT</a:t>
            </a:r>
          </a:p>
          <a:p>
            <a:r>
              <a:t>- Health Cloud: Network Services pod stories, Jira to production, measured against today's ~2 weeks.</a:t>
            </a:r>
          </a:p>
          <a:p>
            <a:r>
              <a:t>- Campaigns: the CHF post-discharge nudge, measured against today's ~90 days, built and tested on synthetic data before any real patient.</a:t>
            </a:r>
          </a:p>
          <a:p>
            <a:r>
              <a:t>- The Sierra voice agent follows on the same governance and knowledge base.</a:t>
            </a:r>
          </a:p>
          <a:p/>
          <a:p>
            <a:r>
              <a:t>WHAT WE MEASURE</a:t>
            </a:r>
          </a:p>
          <a:p>
            <a:r>
              <a:t>Cycle time per story and per campaign, first-pass approval at each gate, defects after release, eval scores per agent, and zero unauthorized access to patient data.</a:t>
            </a:r>
          </a:p>
          <a:p/>
          <a:p>
            <a:r>
              <a:t>WHAT WE NEED FROM ASCENSION</a:t>
            </a:r>
          </a:p>
          <a:p>
            <a:r>
              <a:t>Named pilot owners, access to the governed data with a Collibra steward, Codex usage limits, and agreed success criteria. Then the full deck walks through each part in detail.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000000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lor Titl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background with green and red light&#10;&#10;AI-generated content may be incorrect.">
            <a:extLst>
              <a:ext uri="{FF2B5EF4-FFF2-40B4-BE49-F238E27FC236}">
                <a16:creationId xmlns:a16="http://schemas.microsoft.com/office/drawing/2014/main" id="{FA43BFA5-6845-2522-F411-9ACA730EF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4FCF5-3999-08E6-D3A6-80B33E570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56543"/>
            <a:ext cx="9144000" cy="19449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0" i="0" spc="300" baseline="0">
                <a:solidFill>
                  <a:schemeClr val="bg1"/>
                </a:solidFill>
                <a:latin typeface="Trenda IG Text Light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64EA0AE4-7153-AFD1-6C6D-3F14EFEBB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6587" y="6170595"/>
            <a:ext cx="3298825" cy="25082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kumimoji="0" lang="en-US" sz="1200" b="1" i="0" u="none" strike="noStrike" kern="0" cap="all" spc="30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nda IG Text Semibold" pitchFamily="2" charset="77"/>
                <a:ea typeface="Trenda IG Text Semibold" pitchFamily="2" charset="77"/>
                <a:cs typeface="Trenda IG Text Semibold" pitchFamily="2" charset="77"/>
                <a:sym typeface="Trenda IG Display Bold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412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00.00.00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961F5476-B85D-C3D6-D32E-C43548C30FB4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087102" y="624974"/>
            <a:ext cx="2017796" cy="59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er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lorfulness, sphere, circle&#10;&#10;Description automatically generated">
            <a:extLst>
              <a:ext uri="{FF2B5EF4-FFF2-40B4-BE49-F238E27FC236}">
                <a16:creationId xmlns:a16="http://schemas.microsoft.com/office/drawing/2014/main" id="{3F2261EA-3E40-78E8-6DB9-2CF8330EA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87" t="15629" r="10376" b="16259"/>
          <a:stretch/>
        </p:blipFill>
        <p:spPr>
          <a:xfrm>
            <a:off x="1893905" y="837211"/>
            <a:ext cx="8404189" cy="47402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A57205-F056-11EF-D0BE-E6A9D06890F5}"/>
              </a:ext>
            </a:extLst>
          </p:cNvPr>
          <p:cNvSpPr txBox="1">
            <a:spLocks/>
          </p:cNvSpPr>
          <p:nvPr userDrawn="1"/>
        </p:nvSpPr>
        <p:spPr>
          <a:xfrm>
            <a:off x="1524000" y="2234869"/>
            <a:ext cx="9144000" cy="19449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300" baseline="0">
                <a:solidFill>
                  <a:schemeClr val="bg1"/>
                </a:solidFill>
                <a:latin typeface="Trenda IG Text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B82254D8-1D0C-539A-8106-CE7E82B8B278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454391" y="6082846"/>
            <a:ext cx="1283218" cy="3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9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FFFFFF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080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765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6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3F73-3666-1A07-330F-9A2C3C58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2DF6-3BED-B26E-DE34-1D5A049BE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0697"/>
            <a:ext cx="9144000" cy="1944914"/>
          </a:xfrm>
        </p:spPr>
        <p:txBody>
          <a:bodyPr>
            <a:normAutofit/>
          </a:bodyPr>
          <a:lstStyle/>
          <a:p>
            <a:r>
              <a:rPr lang="en-US" sz="4200" cap="all">
                <a:latin typeface="Trenda IG Text Semibold"/>
              </a:rPr>
              <a:t>Ascension AGENTIC FACTORY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0F168-5E5A-3735-9E34-EBDE8E9EED6F}"/>
              </a:ext>
            </a:extLst>
          </p:cNvPr>
          <p:cNvSpPr txBox="1"/>
          <p:nvPr/>
        </p:nvSpPr>
        <p:spPr>
          <a:xfrm>
            <a:off x="6262577" y="80807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b="0" i="0">
              <a:solidFill>
                <a:schemeClr val="tx1"/>
              </a:solidFill>
              <a:latin typeface="Trenda IG Tex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12450-C297-F7FD-B30B-8A82ACAEAB49}"/>
              </a:ext>
            </a:extLst>
          </p:cNvPr>
          <p:cNvSpPr txBox="1"/>
          <p:nvPr/>
        </p:nvSpPr>
        <p:spPr>
          <a:xfrm>
            <a:off x="11049000" y="609600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b="0" i="0">
              <a:solidFill>
                <a:schemeClr val="tx1"/>
              </a:solidFill>
              <a:latin typeface="Trenda IG Tex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1835E-2C04-5EC5-9045-B9B64D0E8440}"/>
              </a:ext>
            </a:extLst>
          </p:cNvPr>
          <p:cNvSpPr txBox="1"/>
          <p:nvPr/>
        </p:nvSpPr>
        <p:spPr>
          <a:xfrm>
            <a:off x="2794000" y="4230077"/>
            <a:ext cx="6096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>
                <a:solidFill>
                  <a:srgbClr val="A6A6A6"/>
                </a:solidFill>
                <a:ea typeface="Calibri"/>
                <a:cs typeface="Calibri"/>
              </a:rPr>
              <a:t>Faster delivery, governed campaigns and a safer voice agent, on the platforms Ascension already runs.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19A6B4-A695-D9B3-B0CB-394ABDE7E7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066D7-8386-587D-D5CA-A9B0917A0A6A}"/>
              </a:ext>
            </a:extLst>
          </p:cNvPr>
          <p:cNvSpPr txBox="1"/>
          <p:nvPr/>
        </p:nvSpPr>
        <p:spPr>
          <a:xfrm>
            <a:off x="3048000" y="1856154"/>
            <a:ext cx="609600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500" b="1" spc="400">
                <a:solidFill>
                  <a:srgbClr val="00D6F2"/>
                </a:solidFill>
                <a:latin typeface="Trenda IG Text Semibold"/>
                <a:ea typeface="Calibri"/>
                <a:cs typeface="Calibri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60316841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D6F2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Trenda IG Text"/>
              </a:rPr>
              <a:t>The Agentic Factory: one platform, three jobs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BFBFBF"/>
                </a:solidFill>
                <a:latin typeface="Trenda IG Text"/>
              </a:rPr>
              <a:t>Agents do the work, people approve every step, and patient data stays governed, on the platforms Ascension already runs.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06262B"/>
          </a:solidFill>
          <a:ln w="1270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penai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44751"/>
            <a:ext cx="274320" cy="274320"/>
          </a:xfrm>
          <a:prstGeom prst="rect">
            <a:avLst/>
          </a:prstGeom>
        </p:spPr>
      </p:pic>
      <p:sp>
        <p:nvSpPr>
          <p:cNvPr id="7" name="Text 5"/>
          <p:cNvSpPr txBox="1"/>
          <p:nvPr/>
        </p:nvSpPr>
        <p:spPr>
          <a:xfrm>
            <a:off x="978408" y="1408176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2F2F2"/>
                </a:solidFill>
                <a:latin typeface="Trenda IG Text"/>
              </a:rPr>
              <a:t>Health Cloud delivery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94360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Seven delivery agents take a Jira story to a tested, approved release.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The same agents on every pod; each pod adds its own skills.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About 2 weeks to about 2 days per change.</a:t>
            </a:r>
          </a:p>
        </p:txBody>
      </p:sp>
      <p:sp>
        <p:nvSpPr>
          <p:cNvPr id="9" name="Shape 7"/>
          <p:cNvSpPr/>
          <p:nvPr/>
        </p:nvSpPr>
        <p:spPr>
          <a:xfrm>
            <a:off x="4261104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2B0716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ales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444751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28032" y="1408176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2F2F2"/>
                </a:solidFill>
                <a:latin typeface="Trenda IG Text"/>
              </a:rPr>
              <a:t>Marketing Cloud campaigns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4443984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Seven campaign agents plan, design and test on masked, governed data.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Data is ready once, not rebuilt for every campaign.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About 90 days to about 10-12 days per campaign.</a:t>
            </a:r>
          </a:p>
        </p:txBody>
      </p:sp>
      <p:sp>
        <p:nvSpPr>
          <p:cNvPr id="13" name="Shape 10"/>
          <p:cNvSpPr/>
          <p:nvPr/>
        </p:nvSpPr>
        <p:spPr>
          <a:xfrm>
            <a:off x="8110727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2B2508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 11"/>
          <p:cNvSpPr txBox="1"/>
          <p:nvPr/>
        </p:nvSpPr>
        <p:spPr>
          <a:xfrm>
            <a:off x="8293607" y="1408176"/>
            <a:ext cx="3346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2F2F2"/>
                </a:solidFill>
                <a:latin typeface="Trenda IG Text"/>
              </a:rPr>
              <a:t>Sierra voice agent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8293607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Answers patients from approved, owned, PHI-scanned articles.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Books, cancels and reschedules through scoped APIs, after the caller is verified.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Hands off to a person when it should not decide.</a:t>
            </a:r>
          </a:p>
        </p:txBody>
      </p:sp>
      <p:sp>
        <p:nvSpPr>
          <p:cNvPr id="16" name="Shape 13"/>
          <p:cNvSpPr/>
          <p:nvPr/>
        </p:nvSpPr>
        <p:spPr>
          <a:xfrm>
            <a:off x="411480" y="3977639"/>
            <a:ext cx="11365992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hape 14"/>
          <p:cNvSpPr/>
          <p:nvPr/>
        </p:nvSpPr>
        <p:spPr>
          <a:xfrm>
            <a:off x="411480" y="3977639"/>
            <a:ext cx="54864" cy="86868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 15"/>
          <p:cNvSpPr txBox="1"/>
          <p:nvPr/>
        </p:nvSpPr>
        <p:spPr>
          <a:xfrm>
            <a:off x="640080" y="3977639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800" b="1" i="0" spc="120">
                <a:solidFill>
                  <a:srgbClr val="00D6F2"/>
                </a:solidFill>
                <a:latin typeface="Trenda IG Text"/>
              </a:rPr>
              <a:t>SHARED BY ALL THREE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8C8C8C"/>
                </a:solidFill>
                <a:latin typeface="Trenda IG Text"/>
              </a:rPr>
              <a:t>built once, used by every pod</a:t>
            </a:r>
          </a:p>
        </p:txBody>
      </p:sp>
      <p:sp>
        <p:nvSpPr>
          <p:cNvPr id="19" name="Text 16"/>
          <p:cNvSpPr txBox="1"/>
          <p:nvPr/>
        </p:nvSpPr>
        <p:spPr>
          <a:xfrm>
            <a:off x="2743200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F2F2F2"/>
                </a:solidFill>
                <a:latin typeface="Trenda IG Text"/>
              </a:rPr>
              <a:t>Knowledge graph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B3B3B3"/>
                </a:solidFill>
                <a:latin typeface="Trenda IG Text"/>
              </a:rPr>
              <a:t>every fact cited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4550054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F2F2F2"/>
                </a:solidFill>
                <a:latin typeface="Trenda IG Text"/>
              </a:rPr>
              <a:t>Governance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B3B3B3"/>
                </a:solidFill>
                <a:latin typeface="Trenda IG Text"/>
              </a:rPr>
              <a:t>masking, policy, guardrails</a:t>
            </a:r>
          </a:p>
        </p:txBody>
      </p:sp>
      <p:sp>
        <p:nvSpPr>
          <p:cNvPr id="21" name="Text 18"/>
          <p:cNvSpPr txBox="1"/>
          <p:nvPr/>
        </p:nvSpPr>
        <p:spPr>
          <a:xfrm>
            <a:off x="6356908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F2F2F2"/>
                </a:solidFill>
                <a:latin typeface="Trenda IG Text"/>
              </a:rPr>
              <a:t>Evals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B3B3B3"/>
                </a:solidFill>
                <a:latin typeface="Trenda IG Text"/>
              </a:rPr>
              <a:t>every step scored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163763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F2F2F2"/>
                </a:solidFill>
                <a:latin typeface="Trenda IG Text"/>
              </a:rPr>
              <a:t>Approvals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B3B3B3"/>
                </a:solidFill>
                <a:latin typeface="Trenda IG Text"/>
              </a:rPr>
              <a:t>people decide at every gate</a:t>
            </a:r>
          </a:p>
        </p:txBody>
      </p:sp>
      <p:sp>
        <p:nvSpPr>
          <p:cNvPr id="23" name="Text 20"/>
          <p:cNvSpPr txBox="1"/>
          <p:nvPr/>
        </p:nvSpPr>
        <p:spPr>
          <a:xfrm>
            <a:off x="9970617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F2F2F2"/>
                </a:solidFill>
                <a:latin typeface="Trenda IG Text"/>
              </a:rPr>
              <a:t>Change passport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B3B3B3"/>
                </a:solidFill>
                <a:latin typeface="Trenda IG Text"/>
              </a:rPr>
              <a:t>every step recorded</a:t>
            </a:r>
          </a:p>
        </p:txBody>
      </p:sp>
      <p:sp>
        <p:nvSpPr>
          <p:cNvPr id="24" name="Text 21"/>
          <p:cNvSpPr txBox="1"/>
          <p:nvPr/>
        </p:nvSpPr>
        <p:spPr>
          <a:xfrm>
            <a:off x="411480" y="5029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B3B3B3"/>
                </a:solidFill>
                <a:latin typeface="Trenda IG Text"/>
              </a:rPr>
              <a:t>RUNS ON WHAT ASCENSION OWNS</a:t>
            </a:r>
          </a:p>
        </p:txBody>
      </p:sp>
      <p:pic>
        <p:nvPicPr>
          <p:cNvPr id="25" name="Picture 24" descr="openai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102352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035808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Codex</a:t>
            </a:r>
          </a:p>
        </p:txBody>
      </p:sp>
      <p:pic>
        <p:nvPicPr>
          <p:cNvPr id="27" name="Picture 26" descr="sales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51023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18338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Salesforce</a:t>
            </a:r>
          </a:p>
        </p:txBody>
      </p:sp>
      <p:pic>
        <p:nvPicPr>
          <p:cNvPr id="29" name="Picture 28" descr="google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964" y="510235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719572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Google Cloud</a:t>
            </a:r>
          </a:p>
        </p:txBody>
      </p:sp>
      <p:sp>
        <p:nvSpPr>
          <p:cNvPr id="31" name="Text 25"/>
          <p:cNvSpPr txBox="1"/>
          <p:nvPr/>
        </p:nvSpPr>
        <p:spPr>
          <a:xfrm>
            <a:off x="7118604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Collibra</a:t>
            </a:r>
          </a:p>
        </p:txBody>
      </p:sp>
      <p:sp>
        <p:nvSpPr>
          <p:cNvPr id="32" name="Text 26"/>
          <p:cNvSpPr txBox="1"/>
          <p:nvPr/>
        </p:nvSpPr>
        <p:spPr>
          <a:xfrm>
            <a:off x="820674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Copado</a:t>
            </a:r>
          </a:p>
        </p:txBody>
      </p:sp>
      <p:pic>
        <p:nvPicPr>
          <p:cNvPr id="33" name="Picture 32" descr="ji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428" y="510235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32036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2F2F2"/>
                </a:solidFill>
                <a:latin typeface="Trenda IG Text"/>
              </a:rPr>
              <a:t>Jira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D6F2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Trenda IG Text"/>
              </a:rPr>
              <a:t>What changes for Ascension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BFBFBF"/>
                </a:solidFill>
                <a:latin typeface="Trenda IG Text"/>
              </a:rPr>
              <a:t>Faster delivery, faster campaigns and leaner squads, with people still approving every change.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2718054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612648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00D6F2"/>
                </a:solidFill>
                <a:latin typeface="Trenda IG Text"/>
              </a:rPr>
              <a:t>HEALTH CLOUD CHANGE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12648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8C8C8C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8C8C8C"/>
                </a:solidFill>
                <a:latin typeface="Trenda IG Text"/>
              </a:rPr>
              <a:t>~2 weeks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12648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8C8C8C"/>
                </a:solidFill>
                <a:latin typeface="Trenda IG Text"/>
              </a:rPr>
              <a:t>↓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12648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00D6F2"/>
                </a:solidFill>
                <a:latin typeface="Trenda IG Text"/>
              </a:rPr>
              <a:t>~2 days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12648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3B3B3"/>
                </a:solidFill>
                <a:latin typeface="Trenda IG Text"/>
              </a:rPr>
              <a:t>Jira story to production; 2-4 days already measured with agent assistance</a:t>
            </a:r>
          </a:p>
        </p:txBody>
      </p:sp>
      <p:sp>
        <p:nvSpPr>
          <p:cNvPr id="12" name="Shape 11"/>
          <p:cNvSpPr/>
          <p:nvPr/>
        </p:nvSpPr>
        <p:spPr>
          <a:xfrm>
            <a:off x="3294126" y="1325880"/>
            <a:ext cx="2718054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hape 12"/>
          <p:cNvSpPr/>
          <p:nvPr/>
        </p:nvSpPr>
        <p:spPr>
          <a:xfrm>
            <a:off x="3294126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 13"/>
          <p:cNvSpPr txBox="1"/>
          <p:nvPr/>
        </p:nvSpPr>
        <p:spPr>
          <a:xfrm>
            <a:off x="3495294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FF0069"/>
                </a:solidFill>
                <a:latin typeface="Trenda IG Text"/>
              </a:rPr>
              <a:t>CAMPAIGN LAUNCH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3495294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8C8C8C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8C8C8C"/>
                </a:solidFill>
                <a:latin typeface="Trenda IG Text"/>
              </a:rPr>
              <a:t>~90 days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495294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8C8C8C"/>
                </a:solidFill>
                <a:latin typeface="Trenda IG Text"/>
              </a:rPr>
              <a:t>↓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3495294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FF0069"/>
                </a:solidFill>
                <a:latin typeface="Trenda IG Text"/>
              </a:rPr>
              <a:t>~10-12 days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3495294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3B3B3"/>
                </a:solidFill>
                <a:latin typeface="Trenda IG Text"/>
              </a:rPr>
              <a:t>data governed and ready once, not prepared for every campaign</a:t>
            </a:r>
          </a:p>
        </p:txBody>
      </p:sp>
      <p:sp>
        <p:nvSpPr>
          <p:cNvPr id="19" name="Shape 18"/>
          <p:cNvSpPr/>
          <p:nvPr/>
        </p:nvSpPr>
        <p:spPr>
          <a:xfrm>
            <a:off x="6176772" y="1325880"/>
            <a:ext cx="2718054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hape 19"/>
          <p:cNvSpPr/>
          <p:nvPr/>
        </p:nvSpPr>
        <p:spPr>
          <a:xfrm>
            <a:off x="6176772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6377940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FFD700"/>
                </a:solidFill>
                <a:latin typeface="Trenda IG Text"/>
              </a:rPr>
              <a:t>PEOPLE PER SQUAD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377940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8C8C8C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8C8C8C"/>
                </a:solidFill>
                <a:latin typeface="Trenda IG Text"/>
              </a:rPr>
              <a:t>5-7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377940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8C8C8C"/>
                </a:solidFill>
                <a:latin typeface="Trenda IG Text"/>
              </a:rPr>
              <a:t>↓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377940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FFD700"/>
                </a:solidFill>
                <a:latin typeface="Trenda IG Text"/>
              </a:rPr>
              <a:t>~2.4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377940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3B3B3"/>
                </a:solidFill>
                <a:latin typeface="Trenda IG Text"/>
              </a:rPr>
              <a:t>a PM / tech lead and a dev / QA directing the agents; people approve and own</a:t>
            </a:r>
          </a:p>
        </p:txBody>
      </p:sp>
      <p:sp>
        <p:nvSpPr>
          <p:cNvPr id="26" name="Shape 25"/>
          <p:cNvSpPr/>
          <p:nvPr/>
        </p:nvSpPr>
        <p:spPr>
          <a:xfrm>
            <a:off x="9059418" y="1325880"/>
            <a:ext cx="2718054" cy="3246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hape 26"/>
          <p:cNvSpPr/>
          <p:nvPr/>
        </p:nvSpPr>
        <p:spPr>
          <a:xfrm>
            <a:off x="9059418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9260586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00D6F2"/>
                </a:solidFill>
                <a:latin typeface="Trenda IG Text"/>
              </a:rPr>
              <a:t>SAVED OVER 3 YEARS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9260586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00D6F2"/>
                </a:solidFill>
                <a:latin typeface="Trenda IG Text"/>
              </a:rPr>
              <a:t>~$19.9M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9260586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3B3B3"/>
                </a:solidFill>
                <a:latin typeface="Trenda IG Text"/>
              </a:rPr>
              <a:t>about 50% lower at full run rate, across the pods</a:t>
            </a:r>
          </a:p>
        </p:txBody>
      </p:sp>
      <p:sp>
        <p:nvSpPr>
          <p:cNvPr id="31" name="Differentiator Border 31"/>
          <p:cNvSpPr/>
          <p:nvPr/>
        </p:nvSpPr>
        <p:spPr>
          <a:xfrm>
            <a:off x="411480" y="4800600"/>
            <a:ext cx="11365992" cy="77724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429768" y="4818888"/>
            <a:ext cx="11329416" cy="7406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658368" y="4818888"/>
            <a:ext cx="1087221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D700"/>
                </a:solidFill>
                <a:latin typeface="Trenda IG Text"/>
              </a:rPr>
              <a:t>What stays the same: </a:t>
            </a:r>
            <a:r>
              <a:rPr sz="1100" b="0" i="0">
                <a:solidFill>
                  <a:srgbClr val="F2F2F2"/>
                </a:solidFill>
                <a:latin typeface="Trenda IG Text"/>
              </a:rPr>
              <a:t>people approve at every gate, the owning team deploys to production, and agents never see raw patient data.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11480" y="5669280"/>
            <a:ext cx="113659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0" i="0">
                <a:solidFill>
                  <a:srgbClr val="8C8C8C"/>
                </a:solidFill>
                <a:latin typeface="Trenda IG Text"/>
              </a:rPr>
              <a:t>Factory figures are pilot targets and planning estimates, confirmed against each pod's Phase 0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D6F2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Trenda IG Text"/>
              </a:rPr>
              <a:t>How it works: four steps, the same for every job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BFBFBF"/>
                </a:solidFill>
                <a:latin typeface="Trenda IG Text"/>
              </a:rPr>
              <a:t>The data is governed first, agents build and test on masked data, people approve, and only then does anything reach production or a patient.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2B0716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2622041" cy="45720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594360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FFFE"/>
                </a:solidFill>
                <a:latin typeface="Trenda IG Text"/>
              </a:rPr>
              <a:t>1  </a:t>
            </a:r>
            <a:r>
              <a:rPr sz="1200" b="1" i="0">
                <a:solidFill>
                  <a:srgbClr val="FFFFFE"/>
                </a:solidFill>
                <a:latin typeface="Trenda IG Text"/>
              </a:rPr>
              <a:t>Govern the data</a:t>
            </a:r>
          </a:p>
        </p:txBody>
      </p:sp>
      <p:pic>
        <p:nvPicPr>
          <p:cNvPr id="8" name="Picture 7" descr="google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292608" cy="292608"/>
          </a:xfrm>
          <a:prstGeom prst="rect">
            <a:avLst/>
          </a:prstGeom>
        </p:spPr>
      </p:pic>
      <p:sp>
        <p:nvSpPr>
          <p:cNvPr id="9" name="Text 7"/>
          <p:cNvSpPr txBox="1"/>
          <p:nvPr/>
        </p:nvSpPr>
        <p:spPr>
          <a:xfrm>
            <a:off x="594360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Google Cloud: Bronze, Silver, Gold.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DLP classifies; a Collibra steward approves; policy tags mask PHI.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Agents get aggregates and masked views only.</a:t>
            </a:r>
          </a:p>
        </p:txBody>
      </p:sp>
      <p:cxnSp>
        <p:nvCxnSpPr>
          <p:cNvPr id="10" name="Arrow 8"/>
          <p:cNvCxnSpPr/>
          <p:nvPr/>
        </p:nvCxnSpPr>
        <p:spPr>
          <a:xfrm>
            <a:off x="3070098" y="2834639"/>
            <a:ext cx="219456" cy="0"/>
          </a:xfrm>
          <a:prstGeom prst="line">
            <a:avLst/>
          </a:prstGeom>
          <a:ln w="254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hape 9"/>
          <p:cNvSpPr/>
          <p:nvPr/>
        </p:nvSpPr>
        <p:spPr>
          <a:xfrm>
            <a:off x="332612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06262B"/>
          </a:solidFill>
          <a:ln w="1270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hape 10"/>
          <p:cNvSpPr/>
          <p:nvPr/>
        </p:nvSpPr>
        <p:spPr>
          <a:xfrm>
            <a:off x="3326129" y="1325880"/>
            <a:ext cx="2622041" cy="45720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 11"/>
          <p:cNvSpPr txBox="1"/>
          <p:nvPr/>
        </p:nvSpPr>
        <p:spPr>
          <a:xfrm>
            <a:off x="3509010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2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Agents plan, build, test</a:t>
            </a:r>
          </a:p>
        </p:txBody>
      </p:sp>
      <p:pic>
        <p:nvPicPr>
          <p:cNvPr id="14" name="Picture 13" descr="ha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010" y="196596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509010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7 delivery + 7 campaign agents.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Cited context from the knowledge graph.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Every step scored; a failure goes back to its cause.</a:t>
            </a:r>
          </a:p>
        </p:txBody>
      </p:sp>
      <p:cxnSp>
        <p:nvCxnSpPr>
          <p:cNvPr id="16" name="Arrow 13"/>
          <p:cNvCxnSpPr/>
          <p:nvPr/>
        </p:nvCxnSpPr>
        <p:spPr>
          <a:xfrm>
            <a:off x="5984747" y="2834639"/>
            <a:ext cx="219456" cy="0"/>
          </a:xfrm>
          <a:prstGeom prst="line">
            <a:avLst/>
          </a:prstGeom>
          <a:ln w="254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hape 14"/>
          <p:cNvSpPr/>
          <p:nvPr/>
        </p:nvSpPr>
        <p:spPr>
          <a:xfrm>
            <a:off x="624077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2B2508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5"/>
          <p:cNvSpPr/>
          <p:nvPr/>
        </p:nvSpPr>
        <p:spPr>
          <a:xfrm>
            <a:off x="6240779" y="1325880"/>
            <a:ext cx="2622041" cy="4572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6"/>
          <p:cNvSpPr txBox="1"/>
          <p:nvPr/>
        </p:nvSpPr>
        <p:spPr>
          <a:xfrm>
            <a:off x="6423659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3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People approve</a:t>
            </a:r>
          </a:p>
        </p:txBody>
      </p:sp>
      <p:pic>
        <p:nvPicPr>
          <p:cNvPr id="20" name="Picture 19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59" y="196596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23659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Delivery: product owner, architect, tech lead, business, then CAB.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Campaigns: marketer, clinical, compliance.</a:t>
            </a:r>
          </a:p>
        </p:txBody>
      </p:sp>
      <p:cxnSp>
        <p:nvCxnSpPr>
          <p:cNvPr id="22" name="Arrow 18"/>
          <p:cNvCxnSpPr/>
          <p:nvPr/>
        </p:nvCxnSpPr>
        <p:spPr>
          <a:xfrm>
            <a:off x="8899397" y="2834639"/>
            <a:ext cx="219456" cy="0"/>
          </a:xfrm>
          <a:prstGeom prst="line">
            <a:avLst/>
          </a:prstGeom>
          <a:ln w="2540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 19"/>
          <p:cNvSpPr/>
          <p:nvPr/>
        </p:nvSpPr>
        <p:spPr>
          <a:xfrm>
            <a:off x="915542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06262B"/>
          </a:solidFill>
          <a:ln w="1270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hape 20"/>
          <p:cNvSpPr/>
          <p:nvPr/>
        </p:nvSpPr>
        <p:spPr>
          <a:xfrm>
            <a:off x="9155429" y="1325880"/>
            <a:ext cx="2622041" cy="45720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 21"/>
          <p:cNvSpPr txBox="1"/>
          <p:nvPr/>
        </p:nvSpPr>
        <p:spPr>
          <a:xfrm>
            <a:off x="9338309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4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Release safely</a:t>
            </a:r>
          </a:p>
        </p:txBody>
      </p:sp>
      <p:pic>
        <p:nvPicPr>
          <p:cNvPr id="26" name="Picture 25" descr="sales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309" y="196596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338309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Delivery: the owning team deploys through Copado; no agent credential in production.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B3B3B3"/>
                </a:solidFill>
                <a:latin typeface="Trenda IG Text"/>
              </a:rPr>
              <a:t>Campaigns: patients only through the activation gateway; consent re-checked at send.</a:t>
            </a:r>
          </a:p>
        </p:txBody>
      </p:sp>
      <p:sp>
        <p:nvSpPr>
          <p:cNvPr id="28" name="Shape 23"/>
          <p:cNvSpPr/>
          <p:nvPr/>
        </p:nvSpPr>
        <p:spPr>
          <a:xfrm>
            <a:off x="411480" y="4617720"/>
            <a:ext cx="5591556" cy="960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hape 24"/>
          <p:cNvSpPr/>
          <p:nvPr/>
        </p:nvSpPr>
        <p:spPr>
          <a:xfrm>
            <a:off x="411480" y="4617720"/>
            <a:ext cx="54864" cy="9601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 25"/>
          <p:cNvSpPr txBox="1"/>
          <p:nvPr/>
        </p:nvSpPr>
        <p:spPr>
          <a:xfrm>
            <a:off x="640080" y="4727448"/>
            <a:ext cx="52257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0D6F2"/>
                </a:solidFill>
                <a:latin typeface="Trenda IG Text"/>
              </a:rPr>
              <a:t>Change Guardian</a:t>
            </a:r>
          </a:p>
        </p:txBody>
      </p:sp>
      <p:sp>
        <p:nvSpPr>
          <p:cNvPr id="31" name="Text 26"/>
          <p:cNvSpPr txBox="1"/>
          <p:nvPr/>
        </p:nvSpPr>
        <p:spPr>
          <a:xfrm>
            <a:off x="640080" y="5029200"/>
            <a:ext cx="52257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Checks every change against the pods that own and use it, and flags deployment blockers before release. No pod breaks another.</a:t>
            </a:r>
          </a:p>
        </p:txBody>
      </p:sp>
      <p:sp>
        <p:nvSpPr>
          <p:cNvPr id="32" name="Shape 27"/>
          <p:cNvSpPr/>
          <p:nvPr/>
        </p:nvSpPr>
        <p:spPr>
          <a:xfrm>
            <a:off x="6185916" y="4617720"/>
            <a:ext cx="5591556" cy="9601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hape 28"/>
          <p:cNvSpPr/>
          <p:nvPr/>
        </p:nvSpPr>
        <p:spPr>
          <a:xfrm>
            <a:off x="6185916" y="4617720"/>
            <a:ext cx="54864" cy="9601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 29"/>
          <p:cNvSpPr txBox="1"/>
          <p:nvPr/>
        </p:nvSpPr>
        <p:spPr>
          <a:xfrm>
            <a:off x="6414516" y="4727448"/>
            <a:ext cx="52257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2F2F2"/>
                </a:solidFill>
                <a:latin typeface="Trenda IG Text"/>
              </a:rPr>
              <a:t>Change passport</a:t>
            </a:r>
          </a:p>
        </p:txBody>
      </p:sp>
      <p:sp>
        <p:nvSpPr>
          <p:cNvPr id="35" name="Text 30"/>
          <p:cNvSpPr txBox="1"/>
          <p:nvPr/>
        </p:nvSpPr>
        <p:spPr>
          <a:xfrm>
            <a:off x="6414516" y="5029200"/>
            <a:ext cx="52257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Every step, approval, test and release is recorded, so every change can be audited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D6F2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Trenda IG Text"/>
              </a:rPr>
              <a:t>Safe by design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BFBFBF"/>
                </a:solidFill>
                <a:latin typeface="Trenda IG Text"/>
              </a:rPr>
              <a:t>Six guarantees hold for every pod and every job. Safety is part of the platform, not a step at the end.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64008" cy="146304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685800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0069"/>
                </a:solidFill>
                <a:latin typeface="Trenda IG Text"/>
              </a:rPr>
              <a:t>Agents never see raw PHI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85800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Aggregates and masked views only. Patient data leaves only through the activation gateway.</a:t>
            </a:r>
          </a:p>
        </p:txBody>
      </p:sp>
      <p:sp>
        <p:nvSpPr>
          <p:cNvPr id="9" name="Shape 8"/>
          <p:cNvSpPr/>
          <p:nvPr/>
        </p:nvSpPr>
        <p:spPr>
          <a:xfrm>
            <a:off x="4261104" y="132588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hape 9"/>
          <p:cNvSpPr/>
          <p:nvPr/>
        </p:nvSpPr>
        <p:spPr>
          <a:xfrm>
            <a:off x="4261104" y="1325880"/>
            <a:ext cx="64008" cy="146304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 10"/>
          <p:cNvSpPr txBox="1"/>
          <p:nvPr/>
        </p:nvSpPr>
        <p:spPr>
          <a:xfrm>
            <a:off x="4535424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0D6F2"/>
                </a:solidFill>
                <a:latin typeface="Trenda IG Text"/>
              </a:rPr>
              <a:t>No production credentials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535424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Three identities: read, develop, release. The owning team deploys after CAB.</a:t>
            </a:r>
          </a:p>
        </p:txBody>
      </p:sp>
      <p:sp>
        <p:nvSpPr>
          <p:cNvPr id="13" name="Shape 12"/>
          <p:cNvSpPr/>
          <p:nvPr/>
        </p:nvSpPr>
        <p:spPr>
          <a:xfrm>
            <a:off x="8110727" y="132588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hape 13"/>
          <p:cNvSpPr/>
          <p:nvPr/>
        </p:nvSpPr>
        <p:spPr>
          <a:xfrm>
            <a:off x="8110727" y="1325880"/>
            <a:ext cx="64008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 14"/>
          <p:cNvSpPr txBox="1"/>
          <p:nvPr/>
        </p:nvSpPr>
        <p:spPr>
          <a:xfrm>
            <a:off x="8385048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D700"/>
                </a:solidFill>
                <a:latin typeface="Trenda IG Text"/>
              </a:rPr>
              <a:t>People decide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8385048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Every gate is a named person. Agents recommend; people approve.</a:t>
            </a:r>
          </a:p>
        </p:txBody>
      </p:sp>
      <p:sp>
        <p:nvSpPr>
          <p:cNvPr id="17" name="Shape 16"/>
          <p:cNvSpPr/>
          <p:nvPr/>
        </p:nvSpPr>
        <p:spPr>
          <a:xfrm>
            <a:off x="411480" y="297180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7"/>
          <p:cNvSpPr/>
          <p:nvPr/>
        </p:nvSpPr>
        <p:spPr>
          <a:xfrm>
            <a:off x="411480" y="2971800"/>
            <a:ext cx="64008" cy="146304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8"/>
          <p:cNvSpPr txBox="1"/>
          <p:nvPr/>
        </p:nvSpPr>
        <p:spPr>
          <a:xfrm>
            <a:off x="685800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0069"/>
                </a:solidFill>
                <a:latin typeface="Trenda IG Text"/>
              </a:rPr>
              <a:t>The right patient only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85800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Eligibility, consent and suppression checked by deterministic services; consent re-checked at send.</a:t>
            </a:r>
          </a:p>
        </p:txBody>
      </p:sp>
      <p:sp>
        <p:nvSpPr>
          <p:cNvPr id="21" name="Shape 20"/>
          <p:cNvSpPr/>
          <p:nvPr/>
        </p:nvSpPr>
        <p:spPr>
          <a:xfrm>
            <a:off x="4261104" y="297180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hape 21"/>
          <p:cNvSpPr/>
          <p:nvPr/>
        </p:nvSpPr>
        <p:spPr>
          <a:xfrm>
            <a:off x="4261104" y="2971800"/>
            <a:ext cx="64008" cy="146304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 22"/>
          <p:cNvSpPr txBox="1"/>
          <p:nvPr/>
        </p:nvSpPr>
        <p:spPr>
          <a:xfrm>
            <a:off x="4535424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0D6F2"/>
                </a:solidFill>
                <a:latin typeface="Trenda IG Text"/>
              </a:rPr>
              <a:t>No pod breaks another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535424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The Change Guardian checks every change against who owns and uses it.</a:t>
            </a:r>
          </a:p>
        </p:txBody>
      </p:sp>
      <p:sp>
        <p:nvSpPr>
          <p:cNvPr id="25" name="Shape 24"/>
          <p:cNvSpPr/>
          <p:nvPr/>
        </p:nvSpPr>
        <p:spPr>
          <a:xfrm>
            <a:off x="8110727" y="2971800"/>
            <a:ext cx="3666744" cy="146304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hape 25"/>
          <p:cNvSpPr/>
          <p:nvPr/>
        </p:nvSpPr>
        <p:spPr>
          <a:xfrm>
            <a:off x="8110727" y="2971800"/>
            <a:ext cx="64008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 26"/>
          <p:cNvSpPr txBox="1"/>
          <p:nvPr/>
        </p:nvSpPr>
        <p:spPr>
          <a:xfrm>
            <a:off x="8385048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D700"/>
                </a:solidFill>
                <a:latin typeface="Trenda IG Text"/>
              </a:rPr>
              <a:t>Every step recorded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8385048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B3B3B3"/>
                </a:solidFill>
                <a:latin typeface="Trenda IG Text"/>
              </a:rPr>
              <a:t>The change passport and evals make every change auditable.</a:t>
            </a:r>
          </a:p>
        </p:txBody>
      </p:sp>
      <p:sp>
        <p:nvSpPr>
          <p:cNvPr id="29" name="Differentiator Border 29"/>
          <p:cNvSpPr/>
          <p:nvPr/>
        </p:nvSpPr>
        <p:spPr>
          <a:xfrm>
            <a:off x="411480" y="4709160"/>
            <a:ext cx="11365992" cy="914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429768" y="4727448"/>
            <a:ext cx="11329416" cy="87782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58368" y="4727448"/>
            <a:ext cx="10872216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D700"/>
                </a:solidFill>
                <a:latin typeface="Trenda IG Text"/>
              </a:rPr>
              <a:t>HIPAA: masking alone is not compliance. </a:t>
            </a:r>
            <a:r>
              <a:rPr sz="1100" b="0" i="0">
                <a:solidFill>
                  <a:srgbClr val="F2F2F2"/>
                </a:solidFill>
                <a:latin typeface="Trenda IG Text"/>
              </a:rPr>
              <a:t>Classification and steward approval stay; safe de-identification, permitted use, tenant isolation and the full HIPAA controls are designed in, not assumed.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D6F2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Trenda IG Text"/>
              </a:rPr>
              <a:t>Recommended next step: a measured pilot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BFBFBF"/>
                </a:solidFill>
                <a:latin typeface="Trenda IG Text"/>
              </a:rPr>
              <a:t>Start with one Health Cloud pod and one campaign, measure against today's baseline, then add pods one at a time.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06262B"/>
          </a:solidFill>
          <a:ln w="1270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3666744" cy="36576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594360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THE PILOT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94360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Health Cloud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Network Services pod stories, Jira to production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594360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Campaigns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CHF post-discharge nudge, proven on synthetic data first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94360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Sierra voice agent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follows on the same governance and knowledge</a:t>
            </a:r>
          </a:p>
        </p:txBody>
      </p:sp>
      <p:sp>
        <p:nvSpPr>
          <p:cNvPr id="11" name="Shape 10"/>
          <p:cNvSpPr/>
          <p:nvPr/>
        </p:nvSpPr>
        <p:spPr>
          <a:xfrm>
            <a:off x="4261104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2B2508"/>
          </a:solidFill>
          <a:ln w="127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hape 11"/>
          <p:cNvSpPr/>
          <p:nvPr/>
        </p:nvSpPr>
        <p:spPr>
          <a:xfrm>
            <a:off x="4261104" y="1325880"/>
            <a:ext cx="3666744" cy="3657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 12"/>
          <p:cNvSpPr txBox="1"/>
          <p:nvPr/>
        </p:nvSpPr>
        <p:spPr>
          <a:xfrm>
            <a:off x="4443984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WHAT WE MEASURE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443984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Speed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cycle time per story and per campaign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4443984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Quality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first-pass approval, defects after release, eval scores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443984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Safety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zero unauthorized access to patient data</a:t>
            </a:r>
          </a:p>
        </p:txBody>
      </p:sp>
      <p:sp>
        <p:nvSpPr>
          <p:cNvPr id="17" name="Shape 16"/>
          <p:cNvSpPr/>
          <p:nvPr/>
        </p:nvSpPr>
        <p:spPr>
          <a:xfrm>
            <a:off x="8110727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2B0716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7"/>
          <p:cNvSpPr/>
          <p:nvPr/>
        </p:nvSpPr>
        <p:spPr>
          <a:xfrm>
            <a:off x="8110727" y="1325880"/>
            <a:ext cx="3666744" cy="36576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8"/>
          <p:cNvSpPr txBox="1"/>
          <p:nvPr/>
        </p:nvSpPr>
        <p:spPr>
          <a:xfrm>
            <a:off x="8293607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FFFFFE"/>
                </a:solidFill>
                <a:latin typeface="Trenda IG Text"/>
              </a:rPr>
              <a:t>WHAT WE NEED FROM ASCENSION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8293607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Owners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a named owner for each pilot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8293607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Data access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governed Google Cloud data and a Collibra steward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8293607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2F2F2"/>
                </a:solidFill>
                <a:latin typeface="Trenda IG Text"/>
              </a:rPr>
              <a:t>Limits + criteria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Codex usage limits and agreed success criteria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11480" y="4069079"/>
            <a:ext cx="11365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50">
                <a:solidFill>
                  <a:srgbClr val="B3B3B3"/>
                </a:solidFill>
                <a:latin typeface="Trenda IG Text"/>
              </a:rPr>
              <a:t>THE PATH</a:t>
            </a:r>
          </a:p>
        </p:txBody>
      </p:sp>
      <p:sp>
        <p:nvSpPr>
          <p:cNvPr id="24" name="Shape 23"/>
          <p:cNvSpPr/>
          <p:nvPr/>
        </p:nvSpPr>
        <p:spPr>
          <a:xfrm>
            <a:off x="411480" y="4389119"/>
            <a:ext cx="2670048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hape 24"/>
          <p:cNvSpPr/>
          <p:nvPr/>
        </p:nvSpPr>
        <p:spPr>
          <a:xfrm>
            <a:off x="411480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 25"/>
          <p:cNvSpPr txBox="1"/>
          <p:nvPr/>
        </p:nvSpPr>
        <p:spPr>
          <a:xfrm>
            <a:off x="594360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F2F2F2"/>
                </a:solidFill>
                <a:latin typeface="Trenda IG Text"/>
              </a:rPr>
              <a:t>Phase 0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baseline today: cycle times, costs, quality</a:t>
            </a:r>
          </a:p>
        </p:txBody>
      </p:sp>
      <p:cxnSp>
        <p:nvCxnSpPr>
          <p:cNvPr id="27" name="Arrow 26"/>
          <p:cNvCxnSpPr/>
          <p:nvPr/>
        </p:nvCxnSpPr>
        <p:spPr>
          <a:xfrm>
            <a:off x="3108960" y="4818888"/>
            <a:ext cx="173736" cy="0"/>
          </a:xfrm>
          <a:prstGeom prst="line">
            <a:avLst/>
          </a:prstGeom>
          <a:ln w="1905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hape 27"/>
          <p:cNvSpPr/>
          <p:nvPr/>
        </p:nvSpPr>
        <p:spPr>
          <a:xfrm>
            <a:off x="3310128" y="4389119"/>
            <a:ext cx="2670048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hape 28"/>
          <p:cNvSpPr/>
          <p:nvPr/>
        </p:nvSpPr>
        <p:spPr>
          <a:xfrm>
            <a:off x="3310128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 29"/>
          <p:cNvSpPr txBox="1"/>
          <p:nvPr/>
        </p:nvSpPr>
        <p:spPr>
          <a:xfrm>
            <a:off x="3493008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F2F2F2"/>
                </a:solidFill>
                <a:latin typeface="Trenda IG Text"/>
              </a:rPr>
              <a:t>Pilot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one Health Cloud pod, one campaign</a:t>
            </a:r>
          </a:p>
        </p:txBody>
      </p:sp>
      <p:cxnSp>
        <p:nvCxnSpPr>
          <p:cNvPr id="31" name="Arrow 30"/>
          <p:cNvCxnSpPr/>
          <p:nvPr/>
        </p:nvCxnSpPr>
        <p:spPr>
          <a:xfrm>
            <a:off x="6007608" y="4818888"/>
            <a:ext cx="173736" cy="0"/>
          </a:xfrm>
          <a:prstGeom prst="line">
            <a:avLst/>
          </a:prstGeom>
          <a:ln w="1905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hape 31"/>
          <p:cNvSpPr/>
          <p:nvPr/>
        </p:nvSpPr>
        <p:spPr>
          <a:xfrm>
            <a:off x="6208776" y="4389119"/>
            <a:ext cx="2670048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hape 32"/>
          <p:cNvSpPr/>
          <p:nvPr/>
        </p:nvSpPr>
        <p:spPr>
          <a:xfrm>
            <a:off x="6208776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 33"/>
          <p:cNvSpPr txBox="1"/>
          <p:nvPr/>
        </p:nvSpPr>
        <p:spPr>
          <a:xfrm>
            <a:off x="6391656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F2F2F2"/>
                </a:solidFill>
                <a:latin typeface="Trenda IG Text"/>
              </a:rPr>
              <a:t>Measure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against the baseline; adjust</a:t>
            </a:r>
          </a:p>
        </p:txBody>
      </p:sp>
      <p:cxnSp>
        <p:nvCxnSpPr>
          <p:cNvPr id="35" name="Arrow 34"/>
          <p:cNvCxnSpPr/>
          <p:nvPr/>
        </p:nvCxnSpPr>
        <p:spPr>
          <a:xfrm>
            <a:off x="8906256" y="4818888"/>
            <a:ext cx="173736" cy="0"/>
          </a:xfrm>
          <a:prstGeom prst="line">
            <a:avLst/>
          </a:prstGeom>
          <a:ln w="19050">
            <a:solidFill>
              <a:srgbClr val="B3B3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hape 35"/>
          <p:cNvSpPr/>
          <p:nvPr/>
        </p:nvSpPr>
        <p:spPr>
          <a:xfrm>
            <a:off x="9107424" y="4389119"/>
            <a:ext cx="2670048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hape 36"/>
          <p:cNvSpPr/>
          <p:nvPr/>
        </p:nvSpPr>
        <p:spPr>
          <a:xfrm>
            <a:off x="9107424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 37"/>
          <p:cNvSpPr txBox="1"/>
          <p:nvPr/>
        </p:nvSpPr>
        <p:spPr>
          <a:xfrm>
            <a:off x="9290303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F2F2F2"/>
                </a:solidFill>
                <a:latin typeface="Trenda IG Text"/>
              </a:rPr>
              <a:t>Scale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B3B3B3"/>
                </a:solidFill>
                <a:latin typeface="Trenda IG Text"/>
              </a:rPr>
              <a:t>add pods one at a time; each adds its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sight Global">
      <a:dk1>
        <a:srgbClr val="000000"/>
      </a:dk1>
      <a:lt1>
        <a:srgbClr val="FFFFFF"/>
      </a:lt1>
      <a:dk2>
        <a:srgbClr val="00273B"/>
      </a:dk2>
      <a:lt2>
        <a:srgbClr val="F2F2F2"/>
      </a:lt2>
      <a:accent1>
        <a:srgbClr val="00D6F2"/>
      </a:accent1>
      <a:accent2>
        <a:srgbClr val="FFD700"/>
      </a:accent2>
      <a:accent3>
        <a:srgbClr val="FF0069"/>
      </a:accent3>
      <a:accent4>
        <a:srgbClr val="FA8B35"/>
      </a:accent4>
      <a:accent5>
        <a:srgbClr val="4527A0"/>
      </a:accent5>
      <a:accent6>
        <a:srgbClr val="56E13B"/>
      </a:accent6>
      <a:hlink>
        <a:srgbClr val="FF0069"/>
      </a:hlink>
      <a:folHlink>
        <a:srgbClr val="D214AA"/>
      </a:folHlink>
    </a:clrScheme>
    <a:fontScheme name="Insight Global">
      <a:majorFont>
        <a:latin typeface="Trenda IG Tex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nda IG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renda IG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21450</Words>
  <Application>Microsoft Office PowerPoint</Application>
  <PresentationFormat>Widescreen</PresentationFormat>
  <Paragraphs>2663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Courier New</vt:lpstr>
      <vt:lpstr>Trenda IG Text</vt:lpstr>
      <vt:lpstr>Trenda IG Text Light</vt:lpstr>
      <vt:lpstr>Trenda IG Text Semibold</vt:lpstr>
      <vt:lpstr>Office Theme</vt:lpstr>
      <vt:lpstr>1_Office Theme</vt:lpstr>
      <vt:lpstr>Ascension AGENTIC HARNESS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Ascension Network Services - Engineering Context Knowledge Graph Architecture</dc:title>
  <dc:subject>PptxGenJS Presentation</dc:subject>
  <dc:creator>InsightGlobal</dc:creator>
  <cp:lastModifiedBy>Surya Chinta</cp:lastModifiedBy>
  <cp:revision>1</cp:revision>
  <dcterms:created xsi:type="dcterms:W3CDTF">2026-09-09T12:37:24Z</dcterms:created>
  <dcterms:modified xsi:type="dcterms:W3CDTF">2026-10-14T07:17:18Z</dcterms:modified>
</cp:coreProperties>
</file>