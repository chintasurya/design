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2" r:id="rId16"/>
    <p:sldId id="264" r:id="rId18"/>
    <p:sldId id="263" r:id="rId17"/>
    <p:sldId id="261" r:id="rId15"/>
    <p:sldId id="265" r:id="rId19"/>
    <p:sldId id="266" r:id="rId20"/>
    <p:sldId id="267"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8A6D00"/>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1A1A1A"/>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2" name="Shape 95"/>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2" name="Shape 95"/>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8" name="Shape 101"/>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8" name="Shape 101"/>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4" name="Shape 107"/>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4" name="Shape 107"/>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54508"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54507"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5450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54507"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1A1A1A"/>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Engineer </a:t>
            </a:r>
            <a:r>
              <a:rPr sz="700" b="0" i="0">
                <a:solidFill>
                  <a:srgbClr val="1A1A1A"/>
                </a:solidFill>
                <a:latin typeface="Trenda IG Text"/>
              </a:rPr>
              <a:t>directs it and verifies. </a:t>
            </a:r>
            <a:r>
              <a:rPr sz="700" b="1" i="0">
                <a:solidFill>
                  <a:srgbClr val="1A1A1A"/>
                </a:solidFill>
                <a:latin typeface="Trenda IG Text"/>
              </a:rPr>
              <a:t>Tech lead </a:t>
            </a:r>
            <a:r>
              <a:rPr sz="700" b="0" i="0">
                <a:solidFill>
                  <a:srgbClr val="1A1A1A"/>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