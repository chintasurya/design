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3" r:id="rId2"/>
  </p:sldMasterIdLst>
  <p:notesMasterIdLst>
    <p:notesMasterId r:id="rId39"/>
  </p:notesMasterIdLst>
  <p:sldIdLst>
    <p:sldId id="256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D7C935-1B6D-4E44-B47C-046E66B68172}" v="1" dt="2026-10-13T08:50:07.235"/>
    <p1510:client id="{D6061613-E3FA-45E3-B0BC-0BB213BEA706}" v="115" dt="2026-10-14T07:17:09.485"/>
    <p1510:client id="{FAAA239D-A7E8-691F-9086-0568C33ECAC9}" v="1" dt="2026-10-13T12:39:32.0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7386" autoAdjust="0"/>
  </p:normalViewPr>
  <p:slideViewPr>
    <p:cSldViewPr snapToGrid="0">
      <p:cViewPr>
        <p:scale>
          <a:sx n="80" d="100"/>
          <a:sy n="80" d="100"/>
        </p:scale>
        <p:origin x="62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0" Type="http://schemas.openxmlformats.org/officeDocument/2006/relationships/slide" Target="slides/slide1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6/11/relationships/changesInfo" Target="changesInfos/changesInfo1.xml"/><Relationship Id="rId4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eep Kandiraju" userId="S::sandeep.kandiraju@insightglobal.com::73c9edc8-56ca-4b73-b526-6c8c5936bb95" providerId="AD" clId="Web-{FAAA239D-A7E8-691F-9086-0568C33ECAC9}"/>
    <pc:docChg chg="delSld">
      <pc:chgData name="Sandeep Kandiraju" userId="S::sandeep.kandiraju@insightglobal.com::73c9edc8-56ca-4b73-b526-6c8c5936bb95" providerId="AD" clId="Web-{FAAA239D-A7E8-691F-9086-0568C33ECAC9}" dt="2026-10-13T12:39:32.049" v="0"/>
      <pc:docMkLst>
        <pc:docMk/>
      </pc:docMkLst>
      <pc:sldChg chg="del">
        <pc:chgData name="Sandeep Kandiraju" userId="S::sandeep.kandiraju@insightglobal.com::73c9edc8-56ca-4b73-b526-6c8c5936bb95" providerId="AD" clId="Web-{FAAA239D-A7E8-691F-9086-0568C33ECAC9}" dt="2026-10-13T12:39:32.049" v="0"/>
        <pc:sldMkLst>
          <pc:docMk/>
          <pc:sldMk cId="0" sldId="329"/>
        </pc:sldMkLst>
      </pc:sldChg>
    </pc:docChg>
  </pc:docChgLst>
  <pc:docChgLst>
    <pc:chgData name="Surya Chinta" userId="41ee6f01-053e-4268-a09b-364f54be2fbe" providerId="ADAL" clId="{E5143D04-8900-4457-BE49-945FECC57414}"/>
    <pc:docChg chg="undo custSel addSld delSld modSld sldOrd">
      <pc:chgData name="Surya Chinta" userId="41ee6f01-053e-4268-a09b-364f54be2fbe" providerId="ADAL" clId="{E5143D04-8900-4457-BE49-945FECC57414}" dt="2026-10-14T07:17:09.485" v="319"/>
      <pc:docMkLst>
        <pc:docMk/>
      </pc:docMkLst>
      <pc:sldChg chg="ord">
        <pc:chgData name="Surya Chinta" userId="41ee6f01-053e-4268-a09b-364f54be2fbe" providerId="ADAL" clId="{E5143D04-8900-4457-BE49-945FECC57414}" dt="2026-10-11T03:43:17.463" v="85"/>
        <pc:sldMkLst>
          <pc:docMk/>
          <pc:sldMk cId="0" sldId="257"/>
        </pc:sldMkLst>
      </pc:sldChg>
      <pc:sldChg chg="ord">
        <pc:chgData name="Surya Chinta" userId="41ee6f01-053e-4268-a09b-364f54be2fbe" providerId="ADAL" clId="{E5143D04-8900-4457-BE49-945FECC57414}" dt="2026-10-11T03:43:17.463" v="85"/>
        <pc:sldMkLst>
          <pc:docMk/>
          <pc:sldMk cId="0" sldId="258"/>
        </pc:sldMkLst>
      </pc:sldChg>
      <pc:sldChg chg="modSp mod">
        <pc:chgData name="Surya Chinta" userId="41ee6f01-053e-4268-a09b-364f54be2fbe" providerId="ADAL" clId="{E5143D04-8900-4457-BE49-945FECC57414}" dt="2026-10-13T03:22:34.188" v="124" actId="6549"/>
        <pc:sldMkLst>
          <pc:docMk/>
          <pc:sldMk cId="3603168410" sldId="318"/>
        </pc:sldMkLst>
        <pc:spChg chg="mod">
          <ac:chgData name="Surya Chinta" userId="41ee6f01-053e-4268-a09b-364f54be2fbe" providerId="ADAL" clId="{E5143D04-8900-4457-BE49-945FECC57414}" dt="2026-10-13T03:22:34.188" v="124" actId="6549"/>
          <ac:spMkLst>
            <pc:docMk/>
            <pc:sldMk cId="3603168410" sldId="318"/>
            <ac:spMk id="2" creationId="{4EA92DF6-3BED-B26E-DE34-1D5A049BE760}"/>
          </ac:spMkLst>
        </pc:spChg>
        <pc:spChg chg="mod">
          <ac:chgData name="Surya Chinta" userId="41ee6f01-053e-4268-a09b-364f54be2fbe" providerId="ADAL" clId="{E5143D04-8900-4457-BE49-945FECC57414}" dt="2026-10-13T03:22:23.260" v="100"/>
          <ac:spMkLst>
            <pc:docMk/>
            <pc:sldMk cId="3603168410" sldId="318"/>
            <ac:spMk id="8" creationId="{D6B1835E-2C04-5EC5-9045-B9B64D0E8440}"/>
          </ac:spMkLst>
        </pc:spChg>
        <pc:spChg chg="mod">
          <ac:chgData name="Surya Chinta" userId="41ee6f01-053e-4268-a09b-364f54be2fbe" providerId="ADAL" clId="{E5143D04-8900-4457-BE49-945FECC57414}" dt="2026-10-13T03:22:06.748" v="99" actId="20577"/>
          <ac:spMkLst>
            <pc:docMk/>
            <pc:sldMk cId="3603168410" sldId="318"/>
            <ac:spMk id="11" creationId="{3CC066D7-8386-587D-D5CA-A9B0917A0A6A}"/>
          </ac:spMkLst>
        </pc:spChg>
      </pc:sldChg>
      <pc:sldChg chg="modSp">
        <pc:chgData name="Surya Chinta" userId="41ee6f01-053e-4268-a09b-364f54be2fbe" providerId="ADAL" clId="{E5143D04-8900-4457-BE49-945FECC57414}" dt="2026-10-13T03:28:34.048" v="185"/>
        <pc:sldMkLst>
          <pc:docMk/>
          <pc:sldMk cId="0" sldId="319"/>
        </pc:sldMkLst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19"/>
            <ac:spMk id="192" creationId="{00000000-0000-0000-0000-000000000000}"/>
          </ac:spMkLst>
        </pc:spChg>
      </pc:sldChg>
      <pc:sldChg chg="add ord setBg">
        <pc:chgData name="Surya Chinta" userId="41ee6f01-053e-4268-a09b-364f54be2fbe" providerId="ADAL" clId="{E5143D04-8900-4457-BE49-945FECC57414}" dt="2026-10-11T03:43:17.463" v="85"/>
        <pc:sldMkLst>
          <pc:docMk/>
          <pc:sldMk cId="0" sldId="320"/>
        </pc:sldMkLst>
      </pc:sldChg>
      <pc:sldChg chg="add ord setBg">
        <pc:chgData name="Surya Chinta" userId="41ee6f01-053e-4268-a09b-364f54be2fbe" providerId="ADAL" clId="{E5143D04-8900-4457-BE49-945FECC57414}" dt="2026-10-11T03:43:17.463" v="85"/>
        <pc:sldMkLst>
          <pc:docMk/>
          <pc:sldMk cId="0" sldId="321"/>
        </pc:sldMkLst>
      </pc:sldChg>
      <pc:sldChg chg="add ord setBg">
        <pc:chgData name="Surya Chinta" userId="41ee6f01-053e-4268-a09b-364f54be2fbe" providerId="ADAL" clId="{E5143D04-8900-4457-BE49-945FECC57414}" dt="2026-10-11T03:43:17.463" v="85"/>
        <pc:sldMkLst>
          <pc:docMk/>
          <pc:sldMk cId="0" sldId="322"/>
        </pc:sldMkLst>
      </pc:sldChg>
      <pc:sldChg chg="addSp delSp modSp mod modNotes modNotesTx">
        <pc:chgData name="Surya Chinta" userId="41ee6f01-053e-4268-a09b-364f54be2fbe" providerId="ADAL" clId="{E5143D04-8900-4457-BE49-945FECC57414}" dt="2026-10-13T10:58:19.500" v="265" actId="767"/>
        <pc:sldMkLst>
          <pc:docMk/>
          <pc:sldMk cId="0" sldId="323"/>
        </pc:sldMkLst>
        <pc:spChg chg="mod">
          <ac:chgData name="Surya Chinta" userId="41ee6f01-053e-4268-a09b-364f54be2fbe" providerId="ADAL" clId="{E5143D04-8900-4457-BE49-945FECC57414}" dt="2026-10-13T03:23:44.191" v="129"/>
          <ac:spMkLst>
            <pc:docMk/>
            <pc:sldMk cId="0" sldId="323"/>
            <ac:spMk id="2" creationId="{00000000-0000-0000-0000-000000000000}"/>
          </ac:spMkLst>
        </pc:spChg>
        <pc:spChg chg="add del mod">
          <ac:chgData name="Surya Chinta" userId="41ee6f01-053e-4268-a09b-364f54be2fbe" providerId="ADAL" clId="{E5143D04-8900-4457-BE49-945FECC57414}" dt="2026-10-13T10:58:19.500" v="265" actId="767"/>
          <ac:spMkLst>
            <pc:docMk/>
            <pc:sldMk cId="0" sldId="323"/>
            <ac:spMk id="101" creationId="{9D224369-A1F1-48FA-2872-027FA25AA213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4T07:14:51.121" v="316"/>
        <pc:sldMkLst>
          <pc:docMk/>
          <pc:sldMk cId="0" sldId="324"/>
        </pc:sldMkLst>
        <pc:spChg chg="mod">
          <ac:chgData name="Surya Chinta" userId="41ee6f01-053e-4268-a09b-364f54be2fbe" providerId="ADAL" clId="{E5143D04-8900-4457-BE49-945FECC57414}" dt="2026-10-13T03:33:07.200" v="197"/>
          <ac:spMkLst>
            <pc:docMk/>
            <pc:sldMk cId="0" sldId="324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9:40.233" v="187"/>
          <ac:spMkLst>
            <pc:docMk/>
            <pc:sldMk cId="0" sldId="324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4T07:14:51.121" v="316"/>
          <ac:spMkLst>
            <pc:docMk/>
            <pc:sldMk cId="0" sldId="324"/>
            <ac:spMk id="74" creationId="{00000000-0000-0000-0000-000000000000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4T07:14:45.178" v="315"/>
        <pc:sldMkLst>
          <pc:docMk/>
          <pc:sldMk cId="0" sldId="325"/>
        </pc:sldMkLst>
        <pc:spChg chg="mod">
          <ac:chgData name="Surya Chinta" userId="41ee6f01-053e-4268-a09b-364f54be2fbe" providerId="ADAL" clId="{E5143D04-8900-4457-BE49-945FECC57414}" dt="2026-10-13T03:33:30.591" v="198"/>
          <ac:spMkLst>
            <pc:docMk/>
            <pc:sldMk cId="0" sldId="325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9:48.285" v="190" actId="14100"/>
          <ac:spMkLst>
            <pc:docMk/>
            <pc:sldMk cId="0" sldId="325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4T07:14:16.018" v="314" actId="20577"/>
          <ac:spMkLst>
            <pc:docMk/>
            <pc:sldMk cId="0" sldId="325"/>
            <ac:spMk id="7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4T07:14:45.178" v="315"/>
          <ac:spMkLst>
            <pc:docMk/>
            <pc:sldMk cId="0" sldId="325"/>
            <ac:spMk id="74" creationId="{00000000-0000-0000-0000-000000000000}"/>
          </ac:spMkLst>
        </pc:spChg>
      </pc:sldChg>
      <pc:sldChg chg="modSp modNotesTx">
        <pc:chgData name="Surya Chinta" userId="41ee6f01-053e-4268-a09b-364f54be2fbe" providerId="ADAL" clId="{E5143D04-8900-4457-BE49-945FECC57414}" dt="2026-10-13T04:22:22.021" v="251" actId="6549"/>
        <pc:sldMkLst>
          <pc:docMk/>
          <pc:sldMk cId="0" sldId="326"/>
        </pc:sldMkLst>
        <pc:spChg chg="mod">
          <ac:chgData name="Surya Chinta" userId="41ee6f01-053e-4268-a09b-364f54be2fbe" providerId="ADAL" clId="{E5143D04-8900-4457-BE49-945FECC57414}" dt="2026-10-13T03:34:02.933" v="201"/>
          <ac:spMkLst>
            <pc:docMk/>
            <pc:sldMk cId="0" sldId="326"/>
            <ac:spMk id="2" creationId="{00000000-0000-0000-0000-000000000000}"/>
          </ac:spMkLst>
        </pc:spChg>
        <pc:graphicFrameChg chg="mod">
          <ac:chgData name="Surya Chinta" userId="41ee6f01-053e-4268-a09b-364f54be2fbe" providerId="ADAL" clId="{E5143D04-8900-4457-BE49-945FECC57414}" dt="2026-10-13T03:28:34.048" v="185"/>
          <ac:graphicFrameMkLst>
            <pc:docMk/>
            <pc:sldMk cId="0" sldId="326"/>
            <ac:graphicFrameMk id="42" creationId="{00000000-0000-0000-0000-000000000000}"/>
          </ac:graphicFrameMkLst>
        </pc:graphicFrameChg>
      </pc:sldChg>
      <pc:sldChg chg="modSp add ord setBg modNotes modNotesTx">
        <pc:chgData name="Surya Chinta" userId="41ee6f01-053e-4268-a09b-364f54be2fbe" providerId="ADAL" clId="{E5143D04-8900-4457-BE49-945FECC57414}" dt="2026-10-14T07:16:00.554" v="318"/>
        <pc:sldMkLst>
          <pc:docMk/>
          <pc:sldMk cId="0" sldId="327"/>
        </pc:sldMkLst>
        <pc:spChg chg="mod">
          <ac:chgData name="Surya Chinta" userId="41ee6f01-053e-4268-a09b-364f54be2fbe" providerId="ADAL" clId="{E5143D04-8900-4457-BE49-945FECC57414}" dt="2026-10-13T03:33:41.285" v="199"/>
          <ac:spMkLst>
            <pc:docMk/>
            <pc:sldMk cId="0" sldId="327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6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69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8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84" creationId="{00000000-0000-0000-0000-000000000000}"/>
          </ac:spMkLst>
        </pc:spChg>
      </pc:sldChg>
      <pc:sldChg chg="modSp add ord setBg modNotes modNotesTx">
        <pc:chgData name="Surya Chinta" userId="41ee6f01-053e-4268-a09b-364f54be2fbe" providerId="ADAL" clId="{E5143D04-8900-4457-BE49-945FECC57414}" dt="2026-10-14T07:16:00.554" v="318"/>
        <pc:sldMkLst>
          <pc:docMk/>
          <pc:sldMk cId="0" sldId="328"/>
        </pc:sldMkLst>
        <pc:spChg chg="mod">
          <ac:chgData name="Surya Chinta" userId="41ee6f01-053e-4268-a09b-364f54be2fbe" providerId="ADAL" clId="{E5143D04-8900-4457-BE49-945FECC57414}" dt="2026-10-13T03:33:52.276" v="200"/>
          <ac:spMkLst>
            <pc:docMk/>
            <pc:sldMk cId="0" sldId="328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8"/>
            <ac:spMk id="4" creationId="{00000000-0000-0000-0000-000000000000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3T10:58:02.892" v="260" actId="1076"/>
        <pc:sldMkLst>
          <pc:docMk/>
          <pc:sldMk cId="0" sldId="329"/>
        </pc:sldMkLst>
        <pc:spChg chg="mod">
          <ac:chgData name="Surya Chinta" userId="41ee6f01-053e-4268-a09b-364f54be2fbe" providerId="ADAL" clId="{E5143D04-8900-4457-BE49-945FECC57414}" dt="2026-10-13T03:22:50.685" v="125"/>
          <ac:spMkLst>
            <pc:docMk/>
            <pc:sldMk cId="0" sldId="329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3:19.005" v="128" actId="20577"/>
          <ac:spMkLst>
            <pc:docMk/>
            <pc:sldMk cId="0" sldId="329"/>
            <ac:spMk id="4" creationId="{00000000-0000-0000-0000-000000000000}"/>
          </ac:spMkLst>
        </pc:spChg>
        <pc:picChg chg="mod">
          <ac:chgData name="Surya Chinta" userId="41ee6f01-053e-4268-a09b-364f54be2fbe" providerId="ADAL" clId="{E5143D04-8900-4457-BE49-945FECC57414}" dt="2026-10-13T10:58:02.892" v="260" actId="1076"/>
          <ac:picMkLst>
            <pc:docMk/>
            <pc:sldMk cId="0" sldId="329"/>
            <ac:picMk id="28" creationId="{00000000-0000-0000-0000-000000000000}"/>
          </ac:picMkLst>
        </pc:picChg>
      </pc:sldChg>
      <pc:sldChg chg="delSp modSp mod modNotes modNotesTx">
        <pc:chgData name="Surya Chinta" userId="41ee6f01-053e-4268-a09b-364f54be2fbe" providerId="ADAL" clId="{E5143D04-8900-4457-BE49-945FECC57414}" dt="2026-10-14T07:11:16.844" v="300" actId="478"/>
        <pc:sldMkLst>
          <pc:docMk/>
          <pc:sldMk cId="0" sldId="330"/>
        </pc:sldMkLst>
        <pc:spChg chg="mod">
          <ac:chgData name="Surya Chinta" userId="41ee6f01-053e-4268-a09b-364f54be2fbe" providerId="ADAL" clId="{E5143D04-8900-4457-BE49-945FECC57414}" dt="2026-10-13T03:24:18.366" v="130"/>
          <ac:spMkLst>
            <pc:docMk/>
            <pc:sldMk cId="0" sldId="330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23.820" v="131"/>
          <ac:spMkLst>
            <pc:docMk/>
            <pc:sldMk cId="0" sldId="330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34.197" v="133" actId="14100"/>
          <ac:spMkLst>
            <pc:docMk/>
            <pc:sldMk cId="0" sldId="330"/>
            <ac:spMk id="1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45.614" v="144" actId="20577"/>
          <ac:spMkLst>
            <pc:docMk/>
            <pc:sldMk cId="0" sldId="330"/>
            <ac:spMk id="2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51.269" v="151" actId="20577"/>
          <ac:spMkLst>
            <pc:docMk/>
            <pc:sldMk cId="0" sldId="330"/>
            <ac:spMk id="3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55.363" v="158" actId="20577"/>
          <ac:spMkLst>
            <pc:docMk/>
            <pc:sldMk cId="0" sldId="330"/>
            <ac:spMk id="4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5:01.556" v="165" actId="20577"/>
          <ac:spMkLst>
            <pc:docMk/>
            <pc:sldMk cId="0" sldId="330"/>
            <ac:spMk id="65" creationId="{00000000-0000-0000-0000-000000000000}"/>
          </ac:spMkLst>
        </pc:spChg>
        <pc:spChg chg="del mod">
          <ac:chgData name="Surya Chinta" userId="41ee6f01-053e-4268-a09b-364f54be2fbe" providerId="ADAL" clId="{E5143D04-8900-4457-BE49-945FECC57414}" dt="2026-10-14T07:11:16.844" v="300" actId="478"/>
          <ac:spMkLst>
            <pc:docMk/>
            <pc:sldMk cId="0" sldId="330"/>
            <ac:spMk id="10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6:45.288" v="166"/>
          <ac:spMkLst>
            <pc:docMk/>
            <pc:sldMk cId="0" sldId="330"/>
            <ac:spMk id="108" creationId="{00000000-0000-0000-0000-000000000000}"/>
          </ac:spMkLst>
        </pc:spChg>
      </pc:sldChg>
      <pc:sldChg chg="modSp modNotes">
        <pc:chgData name="Surya Chinta" userId="41ee6f01-053e-4268-a09b-364f54be2fbe" providerId="ADAL" clId="{E5143D04-8900-4457-BE49-945FECC57414}" dt="2026-10-13T03:28:34.048" v="185"/>
        <pc:sldMkLst>
          <pc:docMk/>
          <pc:sldMk cId="0" sldId="331"/>
        </pc:sldMkLst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1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1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1"/>
            <ac:spMk id="81" creationId="{00000000-0000-0000-0000-000000000000}"/>
          </ac:spMkLst>
        </pc:spChg>
      </pc:sldChg>
      <pc:sldChg chg="modSp modNotes">
        <pc:chgData name="Surya Chinta" userId="41ee6f01-053e-4268-a09b-364f54be2fbe" providerId="ADAL" clId="{E5143D04-8900-4457-BE49-945FECC57414}" dt="2026-10-13T03:28:34.048" v="185"/>
        <pc:sldMkLst>
          <pc:docMk/>
          <pc:sldMk cId="0" sldId="332"/>
        </pc:sldMkLst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2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2"/>
            <ac:spMk id="126" creationId="{00000000-0000-0000-0000-000000000000}"/>
          </ac:spMkLst>
        </pc:spChg>
      </pc:sldChg>
      <pc:sldChg chg="modSp mod ord modNotesTx">
        <pc:chgData name="Surya Chinta" userId="41ee6f01-053e-4268-a09b-364f54be2fbe" providerId="ADAL" clId="{E5143D04-8900-4457-BE49-945FECC57414}" dt="2026-10-14T07:13:57.250" v="307"/>
        <pc:sldMkLst>
          <pc:docMk/>
          <pc:sldMk cId="0" sldId="333"/>
        </pc:sldMkLst>
        <pc:spChg chg="mod">
          <ac:chgData name="Surya Chinta" userId="41ee6f01-053e-4268-a09b-364f54be2fbe" providerId="ADAL" clId="{E5143D04-8900-4457-BE49-945FECC57414}" dt="2026-10-13T03:27:27.458" v="167"/>
          <ac:spMkLst>
            <pc:docMk/>
            <pc:sldMk cId="0" sldId="333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16.684" v="183" actId="6549"/>
          <ac:spMkLst>
            <pc:docMk/>
            <pc:sldMk cId="0" sldId="333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37.291" v="168"/>
          <ac:spMkLst>
            <pc:docMk/>
            <pc:sldMk cId="0" sldId="333"/>
            <ac:spMk id="2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3"/>
            <ac:spMk id="29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39.764" v="169"/>
          <ac:spMkLst>
            <pc:docMk/>
            <pc:sldMk cId="0" sldId="333"/>
            <ac:spMk id="4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41.143" v="170"/>
          <ac:spMkLst>
            <pc:docMk/>
            <pc:sldMk cId="0" sldId="333"/>
            <ac:spMk id="5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43.215" v="171"/>
          <ac:spMkLst>
            <pc:docMk/>
            <pc:sldMk cId="0" sldId="333"/>
            <ac:spMk id="7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45.250" v="172"/>
          <ac:spMkLst>
            <pc:docMk/>
            <pc:sldMk cId="0" sldId="333"/>
            <ac:spMk id="8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59.123" v="177"/>
          <ac:spMkLst>
            <pc:docMk/>
            <pc:sldMk cId="0" sldId="333"/>
            <ac:spMk id="96" creationId="{00000000-0000-0000-0000-000000000000}"/>
          </ac:spMkLst>
        </pc:spChg>
      </pc:sldChg>
      <pc:sldChg chg="modSp ord modNotes modNotesTx">
        <pc:chgData name="Surya Chinta" userId="41ee6f01-053e-4268-a09b-364f54be2fbe" providerId="ADAL" clId="{E5143D04-8900-4457-BE49-945FECC57414}" dt="2026-10-13T12:22:32.091" v="298"/>
        <pc:sldMkLst>
          <pc:docMk/>
          <pc:sldMk cId="0" sldId="334"/>
        </pc:sldMkLst>
        <pc:spChg chg="mod">
          <ac:chgData name="Surya Chinta" userId="41ee6f01-053e-4268-a09b-364f54be2fbe" providerId="ADAL" clId="{E5143D04-8900-4457-BE49-945FECC57414}" dt="2026-10-13T03:34:13.524" v="202"/>
          <ac:spMkLst>
            <pc:docMk/>
            <pc:sldMk cId="0" sldId="334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2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0:46.884" v="191"/>
          <ac:spMkLst>
            <pc:docMk/>
            <pc:sldMk cId="0" sldId="334"/>
            <ac:spMk id="2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3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37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51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6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73" creationId="{00000000-0000-0000-0000-000000000000}"/>
          </ac:spMkLst>
        </pc:spChg>
      </pc:sldChg>
      <pc:sldChg chg="modSp del mod modNotes">
        <pc:chgData name="Surya Chinta" userId="41ee6f01-053e-4268-a09b-364f54be2fbe" providerId="ADAL" clId="{E5143D04-8900-4457-BE49-945FECC57414}" dt="2026-10-13T03:44:33.827" v="216" actId="47"/>
        <pc:sldMkLst>
          <pc:docMk/>
          <pc:sldMk cId="0" sldId="335"/>
        </pc:sldMkLst>
        <pc:spChg chg="mod">
          <ac:chgData name="Surya Chinta" userId="41ee6f01-053e-4268-a09b-364f54be2fbe" providerId="ADAL" clId="{E5143D04-8900-4457-BE49-945FECC57414}" dt="2026-10-13T03:34:23.697" v="203"/>
          <ac:spMkLst>
            <pc:docMk/>
            <pc:sldMk cId="0" sldId="335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4:36.102" v="206"/>
          <ac:spMkLst>
            <pc:docMk/>
            <pc:sldMk cId="0" sldId="335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4:51.317" v="207"/>
          <ac:spMkLst>
            <pc:docMk/>
            <pc:sldMk cId="0" sldId="335"/>
            <ac:spMk id="33" creationId="{00000000-0000-0000-0000-000000000000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3T04:22:34.933" v="255" actId="6549"/>
        <pc:sldMkLst>
          <pc:docMk/>
          <pc:sldMk cId="0" sldId="339"/>
        </pc:sldMkLst>
        <pc:spChg chg="mod">
          <ac:chgData name="Surya Chinta" userId="41ee6f01-053e-4268-a09b-364f54be2fbe" providerId="ADAL" clId="{E5143D04-8900-4457-BE49-945FECC57414}" dt="2026-10-13T03:35:26.985" v="208"/>
          <ac:spMkLst>
            <pc:docMk/>
            <pc:sldMk cId="0" sldId="339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1:47.056" v="193"/>
          <ac:spMkLst>
            <pc:docMk/>
            <pc:sldMk cId="0" sldId="339"/>
            <ac:spMk id="26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1:41.142" v="192"/>
          <ac:spMkLst>
            <pc:docMk/>
            <pc:sldMk cId="0" sldId="339"/>
            <ac:spMk id="27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1:57.525" v="195"/>
          <ac:spMkLst>
            <pc:docMk/>
            <pc:sldMk cId="0" sldId="339"/>
            <ac:spMk id="3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2:04.546" v="196"/>
          <ac:spMkLst>
            <pc:docMk/>
            <pc:sldMk cId="0" sldId="339"/>
            <ac:spMk id="33" creationId="{00000000-0000-0000-0000-000000000000}"/>
          </ac:spMkLst>
        </pc:spChg>
      </pc:sldChg>
      <pc:sldChg chg="modSp">
        <pc:chgData name="Surya Chinta" userId="41ee6f01-053e-4268-a09b-364f54be2fbe" providerId="ADAL" clId="{E5143D04-8900-4457-BE49-945FECC57414}" dt="2026-10-13T03:35:36.466" v="209"/>
        <pc:sldMkLst>
          <pc:docMk/>
          <pc:sldMk cId="0" sldId="340"/>
        </pc:sldMkLst>
        <pc:spChg chg="mod">
          <ac:chgData name="Surya Chinta" userId="41ee6f01-053e-4268-a09b-364f54be2fbe" providerId="ADAL" clId="{E5143D04-8900-4457-BE49-945FECC57414}" dt="2026-10-13T03:35:36.466" v="209"/>
          <ac:spMkLst>
            <pc:docMk/>
            <pc:sldMk cId="0" sldId="340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40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40"/>
            <ac:spMk id="26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40"/>
            <ac:spMk id="88" creationId="{00000000-0000-0000-0000-000000000000}"/>
          </ac:spMkLst>
        </pc:spChg>
      </pc:sldChg>
      <pc:sldChg chg="add modNotesTx">
        <pc:chgData name="Surya Chinta" userId="41ee6f01-053e-4268-a09b-364f54be2fbe" providerId="ADAL" clId="{E5143D04-8900-4457-BE49-945FECC57414}" dt="2026-10-13T04:22:29.093" v="253" actId="6549"/>
        <pc:sldMkLst>
          <pc:docMk/>
          <pc:sldMk cId="2669657146" sldId="341"/>
        </pc:sldMkLst>
      </pc:sldChg>
      <pc:sldChg chg="add del">
        <pc:chgData name="Surya Chinta" userId="41ee6f01-053e-4268-a09b-364f54be2fbe" providerId="ADAL" clId="{E5143D04-8900-4457-BE49-945FECC57414}" dt="2026-10-13T03:44:16.334" v="213"/>
        <pc:sldMkLst>
          <pc:docMk/>
          <pc:sldMk cId="2818508910" sldId="341"/>
        </pc:sldMkLst>
      </pc:sldChg>
      <pc:sldChg chg="add del">
        <pc:chgData name="Surya Chinta" userId="41ee6f01-053e-4268-a09b-364f54be2fbe" providerId="ADAL" clId="{E5143D04-8900-4457-BE49-945FECC57414}" dt="2026-10-13T03:44:14.885" v="212"/>
        <pc:sldMkLst>
          <pc:docMk/>
          <pc:sldMk cId="3003088139" sldId="342"/>
        </pc:sldMkLst>
      </pc:sldChg>
      <pc:sldChg chg="add modNotesTx">
        <pc:chgData name="Surya Chinta" userId="41ee6f01-053e-4268-a09b-364f54be2fbe" providerId="ADAL" clId="{E5143D04-8900-4457-BE49-945FECC57414}" dt="2026-10-13T04:22:32.289" v="254" actId="6549"/>
        <pc:sldMkLst>
          <pc:docMk/>
          <pc:sldMk cId="3993354396" sldId="342"/>
        </pc:sldMkLst>
      </pc:sldChg>
      <pc:sldChg chg="new del">
        <pc:chgData name="Surya Chinta" userId="41ee6f01-053e-4268-a09b-364f54be2fbe" providerId="ADAL" clId="{E5143D04-8900-4457-BE49-945FECC57414}" dt="2026-10-13T04:11:46.664" v="218" actId="47"/>
        <pc:sldMkLst>
          <pc:docMk/>
          <pc:sldMk cId="737576513" sldId="343"/>
        </pc:sldMkLst>
      </pc:sldChg>
      <pc:sldChg chg="add del ord">
        <pc:chgData name="Surya Chinta" userId="41ee6f01-053e-4268-a09b-364f54be2fbe" providerId="ADAL" clId="{E5143D04-8900-4457-BE49-945FECC57414}" dt="2026-10-13T12:06:18.032" v="295" actId="47"/>
        <pc:sldMkLst>
          <pc:docMk/>
          <pc:sldMk cId="3339790584" sldId="343"/>
        </pc:sldMkLst>
      </pc:sldChg>
      <pc:sldChg chg="addSp delSp modSp add del mod">
        <pc:chgData name="Surya Chinta" userId="41ee6f01-053e-4268-a09b-364f54be2fbe" providerId="ADAL" clId="{E5143D04-8900-4457-BE49-945FECC57414}" dt="2026-10-13T04:15:22.525" v="238" actId="47"/>
        <pc:sldMkLst>
          <pc:docMk/>
          <pc:sldMk cId="3892843266" sldId="343"/>
        </pc:sldMkLst>
        <pc:spChg chg="mod">
          <ac:chgData name="Surya Chinta" userId="41ee6f01-053e-4268-a09b-364f54be2fbe" providerId="ADAL" clId="{E5143D04-8900-4457-BE49-945FECC57414}" dt="2026-10-13T04:12:55.407" v="230" actId="20577"/>
          <ac:spMkLst>
            <pc:docMk/>
            <pc:sldMk cId="3892843266" sldId="343"/>
            <ac:spMk id="2" creationId="{E0CE59E0-75BE-9435-6D4B-10DDEFDBC63E}"/>
          </ac:spMkLst>
        </pc:spChg>
        <pc:spChg chg="mod">
          <ac:chgData name="Surya Chinta" userId="41ee6f01-053e-4268-a09b-364f54be2fbe" providerId="ADAL" clId="{E5143D04-8900-4457-BE49-945FECC57414}" dt="2026-10-13T04:12:20.340" v="223" actId="207"/>
          <ac:spMkLst>
            <pc:docMk/>
            <pc:sldMk cId="3892843266" sldId="343"/>
            <ac:spMk id="3" creationId="{599C01BF-5D22-1106-AD67-6E63C9DE218F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31" creationId="{8E183A8A-0725-6582-1943-F79D6A7046D1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38" creationId="{63425C44-364C-C4B7-A2FC-0854385A8062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41" creationId="{71DBD3F2-32CF-76F9-CBED-FD96AAC9137F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46" creationId="{B0C810E7-5B23-8DF3-BF67-17B8277548AC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53" creationId="{A2C8178C-C2E9-A652-8894-2357F0135A01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55" creationId="{BA83F133-902C-1573-908A-16E49462339D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68" creationId="{E0D90BEE-2932-970B-A7EE-EFEC78067453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85" creationId="{AEE79047-C152-0D59-62D1-583DF2B29C2A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91" creationId="{8D978C35-A29B-AAE8-BBD6-E44A4FC5102C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99" creationId="{CA3C0FEA-71D2-2AA4-08CC-E641AF679B3B}"/>
          </ac:spMkLst>
        </pc:spChg>
        <pc:spChg chg="del">
          <ac:chgData name="Surya Chinta" userId="41ee6f01-053e-4268-a09b-364f54be2fbe" providerId="ADAL" clId="{E5143D04-8900-4457-BE49-945FECC57414}" dt="2026-10-13T04:12:01.841" v="221" actId="478"/>
          <ac:spMkLst>
            <pc:docMk/>
            <pc:sldMk cId="3892843266" sldId="343"/>
            <ac:spMk id="108" creationId="{E15381FE-68C1-22AF-4D5D-EDB6C331AF52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18" creationId="{4AF22FC1-5D27-8A16-A53B-FCB9926D906B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32" creationId="{466E524F-AB36-8918-1BE9-480623BB13C2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44" creationId="{EC556DE5-EC56-A467-97D2-D3368DFD65A4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70" creationId="{C5A72FE7-385F-9BB7-3B04-934C4FA758EE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72" creationId="{05B8221B-335C-34EE-460A-A86A4D248370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84" creationId="{202324D7-D099-6EEC-8176-12A508DA3E6B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88" creationId="{3693C6B7-C548-4D11-7D35-47285A407E03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90" creationId="{2128F82A-1AD6-0D43-8F62-A5BE8EB2BA93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92" creationId="{02DFBC2B-0868-6FA4-976D-CD8070FA3135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96" creationId="{56F795E0-33B3-64D3-5797-AE87CDE66C3C}"/>
          </ac:spMkLst>
        </pc:spChg>
      </pc:sldChg>
      <pc:sldChg chg="add ord modNotesTx">
        <pc:chgData name="Surya Chinta" userId="41ee6f01-053e-4268-a09b-364f54be2fbe" providerId="ADAL" clId="{E5143D04-8900-4457-BE49-945FECC57414}" dt="2026-10-13T11:51:43.874" v="285"/>
        <pc:sldMkLst>
          <pc:docMk/>
          <pc:sldMk cId="3269789473" sldId="344"/>
        </pc:sldMkLst>
      </pc:sldChg>
      <pc:sldChg chg="add del setBg">
        <pc:chgData name="Surya Chinta" userId="41ee6f01-053e-4268-a09b-364f54be2fbe" providerId="ADAL" clId="{E5143D04-8900-4457-BE49-945FECC57414}" dt="2026-10-13T04:15:16.367" v="234"/>
        <pc:sldMkLst>
          <pc:docMk/>
          <pc:sldMk cId="3998421934" sldId="344"/>
        </pc:sldMkLst>
      </pc:sldChg>
      <pc:sldChg chg="add ord">
        <pc:chgData name="Surya Chinta" userId="41ee6f01-053e-4268-a09b-364f54be2fbe" providerId="ADAL" clId="{E5143D04-8900-4457-BE49-945FECC57414}" dt="2026-10-13T11:51:39.320" v="283"/>
        <pc:sldMkLst>
          <pc:docMk/>
          <pc:sldMk cId="2510581986" sldId="345"/>
        </pc:sldMkLst>
      </pc:sldChg>
      <pc:sldChg chg="add del setBg">
        <pc:chgData name="Surya Chinta" userId="41ee6f01-053e-4268-a09b-364f54be2fbe" providerId="ADAL" clId="{E5143D04-8900-4457-BE49-945FECC57414}" dt="2026-10-13T11:12:46.491" v="267"/>
        <pc:sldMkLst>
          <pc:docMk/>
          <pc:sldMk cId="2168820613" sldId="346"/>
        </pc:sldMkLst>
      </pc:sldChg>
      <pc:sldChg chg="addSp delSp modSp add mod ord">
        <pc:chgData name="Surya Chinta" userId="41ee6f01-053e-4268-a09b-364f54be2fbe" providerId="ADAL" clId="{E5143D04-8900-4457-BE49-945FECC57414}" dt="2026-10-14T07:13:17.527" v="305"/>
        <pc:sldMkLst>
          <pc:docMk/>
          <pc:sldMk cId="3951767496" sldId="346"/>
        </pc:sldMkLst>
        <pc:spChg chg="add del mod">
          <ac:chgData name="Surya Chinta" userId="41ee6f01-053e-4268-a09b-364f54be2fbe" providerId="ADAL" clId="{E5143D04-8900-4457-BE49-945FECC57414}" dt="2026-10-13T11:13:14.607" v="272"/>
          <ac:spMkLst>
            <pc:docMk/>
            <pc:sldMk cId="3951767496" sldId="346"/>
            <ac:spMk id="79" creationId="{F2B1CF47-0C8F-0E49-D014-4F94A5BE112F}"/>
          </ac:spMkLst>
        </pc:spChg>
        <pc:spChg chg="add del mod">
          <ac:chgData name="Surya Chinta" userId="41ee6f01-053e-4268-a09b-364f54be2fbe" providerId="ADAL" clId="{E5143D04-8900-4457-BE49-945FECC57414}" dt="2026-10-13T11:13:16.074" v="275"/>
          <ac:spMkLst>
            <pc:docMk/>
            <pc:sldMk cId="3951767496" sldId="346"/>
            <ac:spMk id="80" creationId="{7FEC237C-6384-FF6A-D5A3-C979EE5C2DAC}"/>
          </ac:spMkLst>
        </pc:spChg>
      </pc:sldChg>
      <pc:sldChg chg="add ord">
        <pc:chgData name="Surya Chinta" userId="41ee6f01-053e-4268-a09b-364f54be2fbe" providerId="ADAL" clId="{E5143D04-8900-4457-BE49-945FECC57414}" dt="2026-10-13T11:27:13.592" v="281"/>
        <pc:sldMkLst>
          <pc:docMk/>
          <pc:sldMk cId="2660977724" sldId="347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2127672974" sldId="348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1731863554" sldId="349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1526011613" sldId="350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2543986423" sldId="351"/>
        </pc:sldMkLst>
      </pc:sldChg>
      <pc:sldChg chg="add">
        <pc:chgData name="Surya Chinta" userId="41ee6f01-053e-4268-a09b-364f54be2fbe" providerId="ADAL" clId="{E5143D04-8900-4457-BE49-945FECC57414}" dt="2026-10-13T12:06:15.251" v="294"/>
        <pc:sldMkLst>
          <pc:docMk/>
          <pc:sldMk cId="279582318" sldId="352"/>
        </pc:sldMkLst>
      </pc:sldChg>
      <pc:sldChg chg="add del setBg">
        <pc:chgData name="Surya Chinta" userId="41ee6f01-053e-4268-a09b-364f54be2fbe" providerId="ADAL" clId="{E5143D04-8900-4457-BE49-945FECC57414}" dt="2026-10-13T12:06:11.921" v="293"/>
        <pc:sldMkLst>
          <pc:docMk/>
          <pc:sldMk cId="967238637" sldId="352"/>
        </pc:sldMkLst>
      </pc:sldChg>
      <pc:sldChg chg="add">
        <pc:chgData name="Surya Chinta" userId="41ee6f01-053e-4268-a09b-364f54be2fbe" providerId="ADAL" clId="{E5143D04-8900-4457-BE49-945FECC57414}" dt="2026-10-13T12:22:23.052" v="296"/>
        <pc:sldMkLst>
          <pc:docMk/>
          <pc:sldMk cId="815528859" sldId="353"/>
        </pc:sldMkLst>
      </pc:sldChg>
      <pc:sldChg chg="add">
        <pc:chgData name="Surya Chinta" userId="41ee6f01-053e-4268-a09b-364f54be2fbe" providerId="ADAL" clId="{E5143D04-8900-4457-BE49-945FECC57414}" dt="2026-10-14T07:13:00.409" v="303"/>
        <pc:sldMkLst>
          <pc:docMk/>
          <pc:sldMk cId="476873487" sldId="354"/>
        </pc:sldMkLst>
      </pc:sldChg>
      <pc:sldChg chg="add del setBg">
        <pc:chgData name="Surya Chinta" userId="41ee6f01-053e-4268-a09b-364f54be2fbe" providerId="ADAL" clId="{E5143D04-8900-4457-BE49-945FECC57414}" dt="2026-10-14T07:12:57.371" v="302"/>
        <pc:sldMkLst>
          <pc:docMk/>
          <pc:sldMk cId="3194574060" sldId="354"/>
        </pc:sldMkLst>
      </pc:sldChg>
      <pc:sldChg chg="add">
        <pc:chgData name="Surya Chinta" userId="41ee6f01-053e-4268-a09b-364f54be2fbe" providerId="ADAL" clId="{E5143D04-8900-4457-BE49-945FECC57414}" dt="2026-10-14T07:17:09.485" v="319"/>
        <pc:sldMkLst>
          <pc:docMk/>
          <pc:sldMk cId="2560747931" sldId="355"/>
        </pc:sldMkLst>
      </pc:sldChg>
    </pc:docChg>
  </pc:docChgLst>
  <pc:docChgLst>
    <pc:chgData name="Sandeep Kandiraju" userId="73c9edc8-56ca-4b73-b526-6c8c5936bb95" providerId="ADAL" clId="{72C2FB20-06DE-4857-9800-006CD8C248A1}"/>
    <pc:docChg chg="custSel modSld">
      <pc:chgData name="Sandeep Kandiraju" userId="73c9edc8-56ca-4b73-b526-6c8c5936bb95" providerId="ADAL" clId="{72C2FB20-06DE-4857-9800-006CD8C248A1}" dt="2026-10-13T08:50:07.235" v="0" actId="33524"/>
      <pc:docMkLst>
        <pc:docMk/>
      </pc:docMkLst>
      <pc:sldChg chg="modSp mod">
        <pc:chgData name="Sandeep Kandiraju" userId="73c9edc8-56ca-4b73-b526-6c8c5936bb95" providerId="ADAL" clId="{72C2FB20-06DE-4857-9800-006CD8C248A1}" dt="2026-10-13T08:50:07.235" v="0" actId="33524"/>
        <pc:sldMkLst>
          <pc:docMk/>
          <pc:sldMk cId="0" sldId="324"/>
        </pc:sldMkLst>
        <pc:spChg chg="mod">
          <ac:chgData name="Sandeep Kandiraju" userId="73c9edc8-56ca-4b73-b526-6c8c5936bb95" providerId="ADAL" clId="{72C2FB20-06DE-4857-9800-006CD8C248A1}" dt="2026-10-13T08:50:07.235" v="0" actId="33524"/>
          <ac:spMkLst>
            <pc:docMk/>
            <pc:sldMk cId="0" sldId="324"/>
            <ac:spMk id="10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5083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4  |  Codex to Production: one story through the harness   (about 2 min 45 sec)</a:t>
            </a:r>
          </a:p>
          <a:p>
            <a:r>
              <a:t>MAIN POINT: the complete governed lifecycle of one change.</a:t>
            </a:r>
          </a:p>
          <a:p>
            <a:r>
              <a:t>Advance with Enter, Down arrow, Space or a click. The slide opens on the full design; each click spotlights the next part.</a:t>
            </a:r>
          </a:p>
          <a:p/>
          <a:p>
            <a:r>
              <a:t>[OPEN, full diagram] This is the main execution slide. Imagine a Network Services story requiring a change to an HFN validation rule.</a:t>
            </a:r>
          </a:p>
          <a:p/>
          <a:p>
            <a:r>
              <a:t>[CLICK 1  Start in Salesforce] A team member starts from the Salesforce Agentic Harness console, provides the Jira key, selects the pod and adds the design context. Through Apex and a Named Credential, the request reaches the harness, and Codex uses the delivery skills for the run.</a:t>
            </a:r>
          </a:p>
          <a:p/>
          <a:p>
            <a:r>
              <a:t>[CLICK 2  Context first] Before proposing code, the agents query the knowledge graph to understand existing objects, automations, dependencies and ownership. That graph is populated from read-only connectors, with source references and snapshots. We deliberately provide a bounded context slice rather than a full org dump.</a:t>
            </a:r>
          </a:p>
          <a:p/>
          <a:p>
            <a:r>
              <a:t>[CLICK 3  Orchestrated] In the center, Cloud Workflows coordinates the story. Agent workers handle requirements, design, development, review, testing and release preparation, with checkpoints and resumable runs.</a:t>
            </a:r>
          </a:p>
          <a:p/>
          <a:p>
            <a:r>
              <a:t>[CLICK 4  Gateway] Any action against Git, Salesforce or Copado passes through the MCP gateway and the allowed identity for that step. The Change Guardian checks cross-pod ownership and impact.</a:t>
            </a:r>
          </a:p>
          <a:p/>
          <a:p>
            <a:r>
              <a:t>[CLICK 5  Evals: pass] At every step we evaluate the output. A pass goes to the gate, with the evidence.</a:t>
            </a:r>
          </a:p>
          <a:p/>
          <a:p>
            <a:r>
              <a:t>[CLICK 6  Evals: fail and retry] If a check fails, the harness sends the result back for correction, within a bounded retry limit: five attempts, then a named owner.</a:t>
            </a:r>
          </a:p>
          <a:p/>
          <a:p>
            <a:r>
              <a:t>[CLICK 7  People approve] People still approve the requirements, architecture, review and UAT, and CAB still controls the release. The owning team, not an agent, deploys to production.</a:t>
            </a:r>
          </a:p>
          <a:p/>
          <a:p>
            <a:r>
              <a:t>[CLICK 8  Evidence] We then keep the evidence in a change passport and report cycle time, defects, rework and cost per change.</a:t>
            </a:r>
          </a:p>
          <a:p/>
          <a:p>
            <a:r>
              <a:t>[CLICK 9  back to the full design] So the end-to-end story is not just automation: it is a controlled, auditable delivery process.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IG Footer Mark" descr="Insight Global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428232"/>
            <a:ext cx="496062" cy="103601"/>
          </a:xfrm>
          <a:prstGeom prst="rect">
            <a:avLst/>
          </a:prstGeom>
        </p:spPr>
      </p:pic>
      <p:sp>
        <p:nvSpPr>
          <p:cNvPr id="901" name="IG Footer Page Number"/>
          <p:cNvSpPr txBox="1"/>
          <p:nvPr userDrawn="1"/>
        </p:nvSpPr>
        <p:spPr>
          <a:xfrm>
            <a:off x="11228832" y="6428232"/>
            <a:ext cx="475488" cy="10360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C1D3A57-8D5C-4E4B-9A43-7B1E2F0A9C11}" type="slidenum">
              <a:rPr lang="en-US" sz="800">
                <a:solidFill>
                  <a:srgbClr val="000000"/>
                </a:solidFill>
                <a:latin typeface="Trenda IG Text"/>
              </a:rPr>
              <a:t>‹#›</a:t>
            </a:fld>
            <a:endParaRPr lang="en-US" sz="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lor Title_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ack background with green and red light&#10;&#10;AI-generated content may be incorrect.">
            <a:extLst>
              <a:ext uri="{FF2B5EF4-FFF2-40B4-BE49-F238E27FC236}">
                <a16:creationId xmlns:a16="http://schemas.microsoft.com/office/drawing/2014/main" id="{FA43BFA5-6845-2522-F411-9ACA730EF22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4FCF5-3999-08E6-D3A6-80B33E570B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56543"/>
            <a:ext cx="9144000" cy="194491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600" b="0" i="0" spc="300" baseline="0">
                <a:solidFill>
                  <a:schemeClr val="bg1"/>
                </a:solidFill>
                <a:latin typeface="Trenda IG Text Light" pitchFamily="2" charset="77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64EA0AE4-7153-AFD1-6C6D-3F14EFEBB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46587" y="6170595"/>
            <a:ext cx="3298825" cy="250825"/>
          </a:xfrm>
        </p:spPr>
        <p:txBody>
          <a:bodyPr/>
          <a:lstStyle>
            <a:lvl1pPr algn="ctr">
              <a:lnSpc>
                <a:spcPct val="100000"/>
              </a:lnSpc>
              <a:buNone/>
              <a:defRPr kumimoji="0" lang="en-US" sz="1200" b="1" i="0" u="none" strike="noStrike" kern="0" cap="all" spc="30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nda IG Text Semibold" pitchFamily="2" charset="77"/>
                <a:ea typeface="Trenda IG Text Semibold" pitchFamily="2" charset="77"/>
                <a:cs typeface="Trenda IG Text Semibold" pitchFamily="2" charset="77"/>
                <a:sym typeface="Trenda IG Display Bold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4127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00.00.00</a:t>
            </a:r>
          </a:p>
        </p:txBody>
      </p:sp>
      <p:pic>
        <p:nvPicPr>
          <p:cNvPr id="3" name="object 5">
            <a:extLst>
              <a:ext uri="{FF2B5EF4-FFF2-40B4-BE49-F238E27FC236}">
                <a16:creationId xmlns:a16="http://schemas.microsoft.com/office/drawing/2014/main" id="{961F5476-B85D-C3D6-D32E-C43548C30FB4}"/>
              </a:ext>
            </a:extLst>
          </p:cNvPr>
          <p:cNvPicPr/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8525"/>
          <a:stretch>
            <a:fillRect/>
          </a:stretch>
        </p:blipFill>
        <p:spPr>
          <a:xfrm>
            <a:off x="5087102" y="624974"/>
            <a:ext cx="2017796" cy="59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94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er_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colorfulness, sphere, circle&#10;&#10;Description automatically generated">
            <a:extLst>
              <a:ext uri="{FF2B5EF4-FFF2-40B4-BE49-F238E27FC236}">
                <a16:creationId xmlns:a16="http://schemas.microsoft.com/office/drawing/2014/main" id="{3F2261EA-3E40-78E8-6DB9-2CF8330EA7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687" t="15629" r="10376" b="16259"/>
          <a:stretch/>
        </p:blipFill>
        <p:spPr>
          <a:xfrm>
            <a:off x="1893905" y="837211"/>
            <a:ext cx="8404189" cy="474023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6A57205-F056-11EF-D0BE-E6A9D06890F5}"/>
              </a:ext>
            </a:extLst>
          </p:cNvPr>
          <p:cNvSpPr txBox="1">
            <a:spLocks/>
          </p:cNvSpPr>
          <p:nvPr userDrawn="1"/>
        </p:nvSpPr>
        <p:spPr>
          <a:xfrm>
            <a:off x="1524000" y="2234869"/>
            <a:ext cx="9144000" cy="1944914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i="0" kern="1200" spc="300" baseline="0">
                <a:solidFill>
                  <a:schemeClr val="bg1"/>
                </a:solidFill>
                <a:latin typeface="Trenda IG Text Light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7" name="object 5">
            <a:extLst>
              <a:ext uri="{FF2B5EF4-FFF2-40B4-BE49-F238E27FC236}">
                <a16:creationId xmlns:a16="http://schemas.microsoft.com/office/drawing/2014/main" id="{B82254D8-1D0C-539A-8106-CE7E82B8B278}"/>
              </a:ext>
            </a:extLst>
          </p:cNvPr>
          <p:cNvPicPr/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8525"/>
          <a:stretch>
            <a:fillRect/>
          </a:stretch>
        </p:blipFill>
        <p:spPr>
          <a:xfrm>
            <a:off x="5454391" y="6082846"/>
            <a:ext cx="1283218" cy="377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798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IG Footer Mark" descr="Insight Global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428232"/>
            <a:ext cx="496062" cy="103601"/>
          </a:xfrm>
          <a:prstGeom prst="rect">
            <a:avLst/>
          </a:prstGeom>
        </p:spPr>
      </p:pic>
      <p:sp>
        <p:nvSpPr>
          <p:cNvPr id="901" name="IG Footer Page Number"/>
          <p:cNvSpPr txBox="1"/>
          <p:nvPr userDrawn="1"/>
        </p:nvSpPr>
        <p:spPr>
          <a:xfrm>
            <a:off x="11228832" y="6428232"/>
            <a:ext cx="475488" cy="10360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C1D3A57-8D5C-4E4B-9A43-7B1E2F0A9C11}" type="slidenum">
              <a:rPr lang="en-US" sz="800">
                <a:solidFill>
                  <a:srgbClr val="FFFFFF"/>
                </a:solidFill>
                <a:latin typeface="Trenda IG Text"/>
              </a:rPr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08013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67659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6263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11480" y="201168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i="0" spc="300">
                <a:solidFill>
                  <a:srgbClr val="000000"/>
                </a:solidFill>
                <a:latin typeface="Trenda IG Text"/>
              </a:rPr>
              <a:t>ASCENSION AGENTIC HARNESS · HIGH-LEVEL DESIGN</a:t>
            </a:r>
          </a:p>
        </p:txBody>
      </p:sp>
      <p:sp>
        <p:nvSpPr>
          <p:cNvPr id="3" name="Text 2"/>
          <p:cNvSpPr txBox="1"/>
          <p:nvPr/>
        </p:nvSpPr>
        <p:spPr>
          <a:xfrm>
            <a:off x="411480" y="384048"/>
            <a:ext cx="1136599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200" b="1" i="0">
                <a:solidFill>
                  <a:srgbClr val="000000"/>
                </a:solidFill>
                <a:latin typeface="Trenda IG Text"/>
              </a:rPr>
              <a:t>Codex to Production: one story through the Agentic Harness</a:t>
            </a:r>
          </a:p>
        </p:txBody>
      </p:sp>
      <p:sp>
        <p:nvSpPr>
          <p:cNvPr id="4" name="Text 3"/>
          <p:cNvSpPr txBox="1"/>
          <p:nvPr/>
        </p:nvSpPr>
        <p:spPr>
          <a:xfrm>
            <a:off x="411480" y="804672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50" b="0" i="0">
                <a:solidFill>
                  <a:srgbClr val="595959"/>
                </a:solidFill>
                <a:latin typeface="Trenda IG Text"/>
              </a:rPr>
              <a:t>People give their inputs in Salesforce, Codex does the work, the knowledge graph grounds it, evals score every step, and people approve every gate.</a:t>
            </a:r>
          </a:p>
        </p:txBody>
      </p:sp>
      <p:sp>
        <p:nvSpPr>
          <p:cNvPr id="5" name="Shape 4"/>
          <p:cNvSpPr/>
          <p:nvPr/>
        </p:nvSpPr>
        <p:spPr>
          <a:xfrm>
            <a:off x="411480" y="1161288"/>
            <a:ext cx="2029968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 5"/>
          <p:cNvSpPr txBox="1"/>
          <p:nvPr/>
        </p:nvSpPr>
        <p:spPr>
          <a:xfrm>
            <a:off x="502920" y="1161288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 spc="150">
                <a:solidFill>
                  <a:srgbClr val="FFFFFF"/>
                </a:solidFill>
                <a:latin typeface="Trenda IG Text"/>
              </a:rPr>
              <a:t>USER + ADLC</a:t>
            </a:r>
            <a:r>
              <a:rPr sz="750" b="0" i="0">
                <a:solidFill>
                  <a:srgbClr val="BFBFBF"/>
                </a:solidFill>
                <a:latin typeface="Trenda IG Text"/>
              </a:rPr>
              <a:t>   in Salesforce</a:t>
            </a:r>
          </a:p>
        </p:txBody>
      </p:sp>
      <p:sp>
        <p:nvSpPr>
          <p:cNvPr id="7" name="Shape 6"/>
          <p:cNvSpPr/>
          <p:nvPr/>
        </p:nvSpPr>
        <p:spPr>
          <a:xfrm>
            <a:off x="411480" y="1417320"/>
            <a:ext cx="2029968" cy="402335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 7"/>
          <p:cNvSpPr txBox="1"/>
          <p:nvPr/>
        </p:nvSpPr>
        <p:spPr>
          <a:xfrm>
            <a:off x="502920" y="1490472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People</a:t>
            </a:r>
          </a:p>
          <a:p>
            <a:r>
              <a:rPr sz="630" b="0" i="0">
                <a:solidFill>
                  <a:srgbClr val="595959"/>
                </a:solidFill>
                <a:latin typeface="Trenda IG Text"/>
              </a:rPr>
              <a:t>PM, tech lead, developer, QA; approvers at H1-H4 and CAB</a:t>
            </a:r>
          </a:p>
        </p:txBody>
      </p:sp>
      <p:sp>
        <p:nvSpPr>
          <p:cNvPr id="9" name="Shape 8"/>
          <p:cNvSpPr/>
          <p:nvPr/>
        </p:nvSpPr>
        <p:spPr>
          <a:xfrm>
            <a:off x="502920" y="1810512"/>
            <a:ext cx="173736" cy="173736"/>
          </a:xfrm>
          <a:prstGeom prst="ellipse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 9"/>
          <p:cNvSpPr txBox="1"/>
          <p:nvPr/>
        </p:nvSpPr>
        <p:spPr>
          <a:xfrm>
            <a:off x="502920" y="1810512"/>
            <a:ext cx="17373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Trenda IG Text"/>
              </a:rPr>
              <a:t>1</a:t>
            </a:r>
          </a:p>
        </p:txBody>
      </p:sp>
      <p:sp>
        <p:nvSpPr>
          <p:cNvPr id="11" name="Text 10"/>
          <p:cNvSpPr txBox="1"/>
          <p:nvPr/>
        </p:nvSpPr>
        <p:spPr>
          <a:xfrm>
            <a:off x="713232" y="1810512"/>
            <a:ext cx="164592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0" i="0">
                <a:solidFill>
                  <a:srgbClr val="595959"/>
                </a:solidFill>
                <a:latin typeface="Trenda IG Text"/>
              </a:rPr>
              <a:t>gives inputs</a:t>
            </a:r>
          </a:p>
        </p:txBody>
      </p:sp>
      <p:sp>
        <p:nvSpPr>
          <p:cNvPr id="12" name="Shape 11"/>
          <p:cNvSpPr/>
          <p:nvPr/>
        </p:nvSpPr>
        <p:spPr>
          <a:xfrm>
            <a:off x="502920" y="2029968"/>
            <a:ext cx="1847088" cy="932688"/>
          </a:xfrm>
          <a:prstGeom prst="roundRect">
            <a:avLst>
              <a:gd name="adj" fmla="val 6000"/>
            </a:avLst>
          </a:prstGeom>
          <a:solidFill>
            <a:srgbClr val="E0FAFE"/>
          </a:solidFill>
          <a:ln w="1587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ales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976" y="2093976"/>
            <a:ext cx="182880" cy="182880"/>
          </a:xfrm>
          <a:prstGeom prst="rect">
            <a:avLst/>
          </a:prstGeom>
        </p:spPr>
      </p:pic>
      <p:sp>
        <p:nvSpPr>
          <p:cNvPr id="14" name="Text 12"/>
          <p:cNvSpPr txBox="1"/>
          <p:nvPr/>
        </p:nvSpPr>
        <p:spPr>
          <a:xfrm>
            <a:off x="576072" y="2084832"/>
            <a:ext cx="14630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Salesforce LWC · Agentic Harness console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Connect to Codex, enter the Jira key or the requirement, pick the pod, attach the design. Approve at each gate and watch every step.</a:t>
            </a:r>
          </a:p>
        </p:txBody>
      </p:sp>
      <p:cxnSp>
        <p:nvCxnSpPr>
          <p:cNvPr id="15" name="Arrow 13"/>
          <p:cNvCxnSpPr/>
          <p:nvPr/>
        </p:nvCxnSpPr>
        <p:spPr>
          <a:xfrm>
            <a:off x="1426464" y="2962656"/>
            <a:ext cx="0" cy="237744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14"/>
          <p:cNvSpPr txBox="1"/>
          <p:nvPr/>
        </p:nvSpPr>
        <p:spPr>
          <a:xfrm>
            <a:off x="1481328" y="299008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80" b="0" i="0">
                <a:solidFill>
                  <a:srgbClr val="595959"/>
                </a:solidFill>
                <a:latin typeface="Trenda IG Text"/>
              </a:rPr>
              <a:t>Apex · Named Credential</a:t>
            </a:r>
          </a:p>
        </p:txBody>
      </p:sp>
      <p:sp>
        <p:nvSpPr>
          <p:cNvPr id="17" name="Shape 15"/>
          <p:cNvSpPr/>
          <p:nvPr/>
        </p:nvSpPr>
        <p:spPr>
          <a:xfrm>
            <a:off x="502920" y="3200400"/>
            <a:ext cx="1847088" cy="1024128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open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264" y="3264408"/>
            <a:ext cx="182880" cy="1828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76072" y="3255264"/>
            <a:ext cx="149961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FFFFFF"/>
                </a:solidFill>
                <a:latin typeface="Trenda IG Text"/>
              </a:rPr>
              <a:t>OpenAI Codex · ADLC skills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D9D9D9"/>
                </a:solidFill>
                <a:latin typeface="Trenda IG Text"/>
              </a:rPr>
              <a:t>Each user signs in to their own Codex Enterprise account (SSO). The run starts from the Jira key; the ADLC skills take it through understand, design, build, verify, promote, release and close.</a:t>
            </a:r>
          </a:p>
        </p:txBody>
      </p:sp>
      <p:sp>
        <p:nvSpPr>
          <p:cNvPr id="20" name="Shape 17"/>
          <p:cNvSpPr/>
          <p:nvPr/>
        </p:nvSpPr>
        <p:spPr>
          <a:xfrm>
            <a:off x="502920" y="4315968"/>
            <a:ext cx="1847088" cy="1033271"/>
          </a:xfrm>
          <a:prstGeom prst="roundRect">
            <a:avLst>
              <a:gd name="adj" fmla="val 6000"/>
            </a:avLst>
          </a:prstGeom>
          <a:solidFill>
            <a:srgbClr val="EAFBE6"/>
          </a:solidFill>
          <a:ln w="9525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 18"/>
          <p:cNvSpPr txBox="1"/>
          <p:nvPr/>
        </p:nvSpPr>
        <p:spPr>
          <a:xfrm>
            <a:off x="576072" y="4370832"/>
            <a:ext cx="1755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Trust built in</a:t>
            </a:r>
          </a:p>
          <a:p>
            <a:pPr>
              <a:spcAft>
                <a:spcPts val="50"/>
              </a:spcAft>
            </a:pPr>
            <a:r>
              <a:rPr sz="620" b="1" i="0">
                <a:solidFill>
                  <a:srgbClr val="56E13B"/>
                </a:solidFill>
                <a:latin typeface="Trenda IG Text"/>
              </a:rPr>
              <a:t>✓  </a:t>
            </a:r>
            <a:r>
              <a:rPr sz="620" b="0" i="0">
                <a:solidFill>
                  <a:srgbClr val="000000"/>
                </a:solidFill>
                <a:latin typeface="Trenda IG Text"/>
              </a:rPr>
              <a:t>No production identity for any agent</a:t>
            </a:r>
          </a:p>
          <a:p>
            <a:pPr>
              <a:spcAft>
                <a:spcPts val="50"/>
              </a:spcAft>
            </a:pPr>
            <a:r>
              <a:rPr sz="620" b="1" i="0">
                <a:solidFill>
                  <a:srgbClr val="56E13B"/>
                </a:solidFill>
                <a:latin typeface="Trenda IG Text"/>
              </a:rPr>
              <a:t>✓  </a:t>
            </a:r>
            <a:r>
              <a:rPr sz="620" b="0" i="0">
                <a:solidFill>
                  <a:srgbClr val="000000"/>
                </a:solidFill>
                <a:latin typeface="Trenda IG Text"/>
              </a:rPr>
              <a:t>No agent approves its own work</a:t>
            </a:r>
          </a:p>
          <a:p>
            <a:pPr>
              <a:spcAft>
                <a:spcPts val="50"/>
              </a:spcAft>
            </a:pPr>
            <a:r>
              <a:rPr sz="620" b="1" i="0">
                <a:solidFill>
                  <a:srgbClr val="56E13B"/>
                </a:solidFill>
                <a:latin typeface="Trenda IG Text"/>
              </a:rPr>
              <a:t>✓  </a:t>
            </a:r>
            <a:r>
              <a:rPr sz="620" b="0" i="0">
                <a:solidFill>
                  <a:srgbClr val="000000"/>
                </a:solidFill>
                <a:latin typeface="Trenda IG Text"/>
              </a:rPr>
              <a:t>Every claim cites a source + SHA-256</a:t>
            </a:r>
          </a:p>
          <a:p>
            <a:pPr>
              <a:spcAft>
                <a:spcPts val="50"/>
              </a:spcAft>
            </a:pPr>
            <a:r>
              <a:rPr sz="620" b="1" i="0">
                <a:solidFill>
                  <a:srgbClr val="56E13B"/>
                </a:solidFill>
                <a:latin typeface="Trenda IG Text"/>
              </a:rPr>
              <a:t>✓  </a:t>
            </a:r>
            <a:r>
              <a:rPr sz="620" b="0" i="0">
                <a:solidFill>
                  <a:srgbClr val="000000"/>
                </a:solidFill>
                <a:latin typeface="Trenda IG Text"/>
              </a:rPr>
              <a:t>Every tool call checked and logged</a:t>
            </a:r>
          </a:p>
          <a:p>
            <a:pPr>
              <a:spcAft>
                <a:spcPts val="50"/>
              </a:spcAft>
            </a:pPr>
            <a:r>
              <a:rPr sz="620" b="1" i="0">
                <a:solidFill>
                  <a:srgbClr val="56E13B"/>
                </a:solidFill>
                <a:latin typeface="Trenda IG Text"/>
              </a:rPr>
              <a:t>✓  </a:t>
            </a:r>
            <a:r>
              <a:rPr sz="620" b="0" i="0">
                <a:solidFill>
                  <a:srgbClr val="000000"/>
                </a:solidFill>
                <a:latin typeface="Trenda IG Text"/>
              </a:rPr>
              <a:t>No model trained on Ascension data</a:t>
            </a:r>
          </a:p>
        </p:txBody>
      </p:sp>
      <p:sp>
        <p:nvSpPr>
          <p:cNvPr id="22" name="Shape 19"/>
          <p:cNvSpPr/>
          <p:nvPr/>
        </p:nvSpPr>
        <p:spPr>
          <a:xfrm>
            <a:off x="2587752" y="1161288"/>
            <a:ext cx="6885432" cy="427939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0027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google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188720"/>
            <a:ext cx="155448" cy="15544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2898648" y="117957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>
                <a:solidFill>
                  <a:srgbClr val="000000"/>
                </a:solidFill>
                <a:latin typeface="Trenda IG Text"/>
              </a:rPr>
              <a:t>The Agentic Harness</a:t>
            </a:r>
            <a:r>
              <a:rPr sz="700" b="0" i="0">
                <a:solidFill>
                  <a:srgbClr val="595959"/>
                </a:solidFill>
                <a:latin typeface="Trenda IG Text"/>
              </a:rPr>
              <a:t>  on Google Cloud</a:t>
            </a:r>
          </a:p>
        </p:txBody>
      </p:sp>
      <p:sp>
        <p:nvSpPr>
          <p:cNvPr id="25" name="Shape 21"/>
          <p:cNvSpPr/>
          <p:nvPr/>
        </p:nvSpPr>
        <p:spPr>
          <a:xfrm>
            <a:off x="8736177" y="1193292"/>
            <a:ext cx="627278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 22"/>
          <p:cNvSpPr txBox="1"/>
          <p:nvPr/>
        </p:nvSpPr>
        <p:spPr>
          <a:xfrm>
            <a:off x="8736177" y="1193292"/>
            <a:ext cx="62727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05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FEEDBACK</a:t>
            </a:r>
          </a:p>
        </p:txBody>
      </p:sp>
      <p:sp>
        <p:nvSpPr>
          <p:cNvPr id="27" name="Shape 23"/>
          <p:cNvSpPr/>
          <p:nvPr/>
        </p:nvSpPr>
        <p:spPr>
          <a:xfrm>
            <a:off x="8129016" y="1193292"/>
            <a:ext cx="579729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 24"/>
          <p:cNvSpPr txBox="1"/>
          <p:nvPr/>
        </p:nvSpPr>
        <p:spPr>
          <a:xfrm>
            <a:off x="8129016" y="1193292"/>
            <a:ext cx="57972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04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CONTROL</a:t>
            </a:r>
          </a:p>
        </p:txBody>
      </p:sp>
      <p:sp>
        <p:nvSpPr>
          <p:cNvPr id="29" name="Shape 25"/>
          <p:cNvSpPr/>
          <p:nvPr/>
        </p:nvSpPr>
        <p:spPr>
          <a:xfrm>
            <a:off x="7236561" y="1193292"/>
            <a:ext cx="865022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 26"/>
          <p:cNvSpPr txBox="1"/>
          <p:nvPr/>
        </p:nvSpPr>
        <p:spPr>
          <a:xfrm>
            <a:off x="7236561" y="1193292"/>
            <a:ext cx="86502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03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ORCHESTRATION</a:t>
            </a:r>
          </a:p>
        </p:txBody>
      </p:sp>
      <p:sp>
        <p:nvSpPr>
          <p:cNvPr id="31" name="Shape 27"/>
          <p:cNvSpPr/>
          <p:nvPr/>
        </p:nvSpPr>
        <p:spPr>
          <a:xfrm>
            <a:off x="6676948" y="1193292"/>
            <a:ext cx="532180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 28"/>
          <p:cNvSpPr txBox="1"/>
          <p:nvPr/>
        </p:nvSpPr>
        <p:spPr>
          <a:xfrm>
            <a:off x="6676948" y="1193292"/>
            <a:ext cx="5321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02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ACTION</a:t>
            </a:r>
          </a:p>
        </p:txBody>
      </p:sp>
      <p:sp>
        <p:nvSpPr>
          <p:cNvPr id="33" name="Shape 29"/>
          <p:cNvSpPr/>
          <p:nvPr/>
        </p:nvSpPr>
        <p:spPr>
          <a:xfrm>
            <a:off x="6069787" y="1193292"/>
            <a:ext cx="579729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 30"/>
          <p:cNvSpPr txBox="1"/>
          <p:nvPr/>
        </p:nvSpPr>
        <p:spPr>
          <a:xfrm>
            <a:off x="6069787" y="1193292"/>
            <a:ext cx="57972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01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CONTEXT</a:t>
            </a:r>
          </a:p>
        </p:txBody>
      </p:sp>
      <p:sp>
        <p:nvSpPr>
          <p:cNvPr id="35" name="Text 31"/>
          <p:cNvSpPr txBox="1"/>
          <p:nvPr/>
        </p:nvSpPr>
        <p:spPr>
          <a:xfrm>
            <a:off x="4442155" y="117957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 i="0" spc="120">
                <a:solidFill>
                  <a:srgbClr val="000000"/>
                </a:solidFill>
                <a:latin typeface="Trenda IG Text"/>
              </a:rPr>
              <a:t>HARNESS ENGINEERING</a:t>
            </a:r>
          </a:p>
        </p:txBody>
      </p:sp>
      <p:sp>
        <p:nvSpPr>
          <p:cNvPr id="36" name="Shape 32"/>
          <p:cNvSpPr/>
          <p:nvPr/>
        </p:nvSpPr>
        <p:spPr>
          <a:xfrm>
            <a:off x="2697480" y="1417320"/>
            <a:ext cx="6665976" cy="1097280"/>
          </a:xfrm>
          <a:prstGeom prst="roundRect">
            <a:avLst>
              <a:gd name="adj" fmla="val 4000"/>
            </a:avLst>
          </a:prstGeom>
          <a:solidFill>
            <a:srgbClr val="ECE9F5"/>
          </a:solidFill>
          <a:ln w="1270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hape 33"/>
          <p:cNvSpPr/>
          <p:nvPr/>
        </p:nvSpPr>
        <p:spPr>
          <a:xfrm>
            <a:off x="2788920" y="1335024"/>
            <a:ext cx="3108960" cy="182880"/>
          </a:xfrm>
          <a:prstGeom prst="roundRect">
            <a:avLst>
              <a:gd name="adj" fmla="val 50000"/>
            </a:avLst>
          </a:prstGeom>
          <a:solidFill>
            <a:srgbClr val="452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 34"/>
          <p:cNvSpPr txBox="1"/>
          <p:nvPr/>
        </p:nvSpPr>
        <p:spPr>
          <a:xfrm>
            <a:off x="2788920" y="133502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20" b="1" i="0" spc="100">
                <a:solidFill>
                  <a:srgbClr val="FFFFFF"/>
                </a:solidFill>
                <a:latin typeface="Trenda IG Text"/>
              </a:rPr>
              <a:t>PHASE 1 · ENGINEERING CONTEXT KNOWLEDGE GRAPH</a:t>
            </a:r>
          </a:p>
        </p:txBody>
      </p:sp>
      <p:sp>
        <p:nvSpPr>
          <p:cNvPr id="39" name="Shape 35"/>
          <p:cNvSpPr/>
          <p:nvPr/>
        </p:nvSpPr>
        <p:spPr>
          <a:xfrm>
            <a:off x="2788920" y="160020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 36"/>
          <p:cNvSpPr txBox="1"/>
          <p:nvPr/>
        </p:nvSpPr>
        <p:spPr>
          <a:xfrm>
            <a:off x="2862072" y="1655064"/>
            <a:ext cx="2231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Graph API + MCP server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graph.exists · find_reuse · blast_radius · owners · context_slice. Every answer cites node, source and SHA-256; agents never write queries.</a:t>
            </a:r>
          </a:p>
        </p:txBody>
      </p:sp>
      <p:sp>
        <p:nvSpPr>
          <p:cNvPr id="41" name="Shape 37"/>
          <p:cNvSpPr/>
          <p:nvPr/>
        </p:nvSpPr>
        <p:spPr>
          <a:xfrm>
            <a:off x="5257800" y="1600200"/>
            <a:ext cx="16916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googlecloudsp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7" y="1664208"/>
            <a:ext cx="182880" cy="182880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5330952" y="1655064"/>
            <a:ext cx="13075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Spanner Graph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Property graph, GQL. History and ownership edges for every component.</a:t>
            </a:r>
          </a:p>
        </p:txBody>
      </p:sp>
      <p:sp>
        <p:nvSpPr>
          <p:cNvPr id="44" name="Shape 39"/>
          <p:cNvSpPr/>
          <p:nvPr/>
        </p:nvSpPr>
        <p:spPr>
          <a:xfrm>
            <a:off x="7040880" y="1600200"/>
            <a:ext cx="2231136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 40"/>
          <p:cNvSpPr txBox="1"/>
          <p:nvPr/>
        </p:nvSpPr>
        <p:spPr>
          <a:xfrm>
            <a:off x="7114032" y="1655064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Ingest pipeline · Cloud Run Jobs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Read-only connectors, on a schedule and on webhooks. DLP de-identifies text; parse, validate and link before anything is stored.</a:t>
            </a:r>
          </a:p>
        </p:txBody>
      </p:sp>
      <p:cxnSp>
        <p:nvCxnSpPr>
          <p:cNvPr id="46" name="Arrow 41"/>
          <p:cNvCxnSpPr/>
          <p:nvPr/>
        </p:nvCxnSpPr>
        <p:spPr>
          <a:xfrm flipH="1">
            <a:off x="6949440" y="2011680"/>
            <a:ext cx="91440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Arrow 42"/>
          <p:cNvCxnSpPr/>
          <p:nvPr/>
        </p:nvCxnSpPr>
        <p:spPr>
          <a:xfrm flipH="1">
            <a:off x="5166360" y="2011680"/>
            <a:ext cx="91440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Shape 43"/>
          <p:cNvSpPr/>
          <p:nvPr/>
        </p:nvSpPr>
        <p:spPr>
          <a:xfrm>
            <a:off x="8692286" y="1339596"/>
            <a:ext cx="579729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 44"/>
          <p:cNvSpPr txBox="1"/>
          <p:nvPr/>
        </p:nvSpPr>
        <p:spPr>
          <a:xfrm>
            <a:off x="8692286" y="1339596"/>
            <a:ext cx="57972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01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CONTEXT</a:t>
            </a:r>
          </a:p>
        </p:txBody>
      </p:sp>
      <p:sp>
        <p:nvSpPr>
          <p:cNvPr id="50" name="Shape 45"/>
          <p:cNvSpPr/>
          <p:nvPr/>
        </p:nvSpPr>
        <p:spPr>
          <a:xfrm>
            <a:off x="2697480" y="2670048"/>
            <a:ext cx="6665976" cy="187451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Shape 46"/>
          <p:cNvSpPr/>
          <p:nvPr/>
        </p:nvSpPr>
        <p:spPr>
          <a:xfrm>
            <a:off x="2788920" y="2587752"/>
            <a:ext cx="2377440" cy="182880"/>
          </a:xfrm>
          <a:prstGeom prst="roundRect">
            <a:avLst>
              <a:gd name="adj" fmla="val 50000"/>
            </a:avLst>
          </a:prstGeom>
          <a:solidFill>
            <a:srgbClr val="002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 47"/>
          <p:cNvSpPr txBox="1"/>
          <p:nvPr/>
        </p:nvSpPr>
        <p:spPr>
          <a:xfrm>
            <a:off x="2788920" y="258775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20" b="1" i="0" spc="100">
                <a:solidFill>
                  <a:srgbClr val="FFFFFF"/>
                </a:solidFill>
                <a:latin typeface="Trenda IG Text"/>
              </a:rPr>
              <a:t>PHASE 2 · AGENTIC HARNESS RUNTIME</a:t>
            </a:r>
          </a:p>
        </p:txBody>
      </p:sp>
      <p:sp>
        <p:nvSpPr>
          <p:cNvPr id="53" name="Shape 48"/>
          <p:cNvSpPr/>
          <p:nvPr/>
        </p:nvSpPr>
        <p:spPr>
          <a:xfrm>
            <a:off x="2788920" y="2852928"/>
            <a:ext cx="166420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 49"/>
          <p:cNvSpPr txBox="1"/>
          <p:nvPr/>
        </p:nvSpPr>
        <p:spPr>
          <a:xfrm>
            <a:off x="2862072" y="2907792"/>
            <a:ext cx="15179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Run orchestration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Run API starts the run · Cloud Workflows: 9 steps, retries, gate callbacks · Firestore checkpoints, resumable · Dispatcher starts one job per step.</a:t>
            </a:r>
          </a:p>
        </p:txBody>
      </p:sp>
      <p:sp>
        <p:nvSpPr>
          <p:cNvPr id="55" name="Shape 50"/>
          <p:cNvSpPr/>
          <p:nvPr/>
        </p:nvSpPr>
        <p:spPr>
          <a:xfrm>
            <a:off x="2788920" y="3886200"/>
            <a:ext cx="1664208" cy="566928"/>
          </a:xfrm>
          <a:prstGeom prst="roundRect">
            <a:avLst>
              <a:gd name="adj" fmla="val 6000"/>
            </a:avLst>
          </a:prstGeom>
          <a:solidFill>
            <a:srgbClr val="FFF7CC"/>
          </a:solidFill>
          <a:ln w="9525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 51"/>
          <p:cNvSpPr txBox="1"/>
          <p:nvPr/>
        </p:nvSpPr>
        <p:spPr>
          <a:xfrm>
            <a:off x="2862072" y="3941063"/>
            <a:ext cx="15179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Approval service · IAP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Shows each gate's evidence and eval scores; the signed decision resumes the run.</a:t>
            </a:r>
          </a:p>
        </p:txBody>
      </p:sp>
      <p:sp>
        <p:nvSpPr>
          <p:cNvPr id="57" name="Shape 52"/>
          <p:cNvSpPr/>
          <p:nvPr/>
        </p:nvSpPr>
        <p:spPr>
          <a:xfrm>
            <a:off x="4544568" y="2852928"/>
            <a:ext cx="2651760" cy="960120"/>
          </a:xfrm>
          <a:prstGeom prst="roundRect">
            <a:avLst>
              <a:gd name="adj" fmla="val 5000"/>
            </a:avLst>
          </a:prstGeom>
          <a:solidFill>
            <a:srgbClr val="E0FAFE"/>
          </a:solidFill>
          <a:ln w="1270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 53"/>
          <p:cNvSpPr txBox="1"/>
          <p:nvPr/>
        </p:nvSpPr>
        <p:spPr>
          <a:xfrm>
            <a:off x="4617720" y="2889504"/>
            <a:ext cx="250545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Agent workers</a:t>
            </a:r>
            <a:r>
              <a:rPr sz="620" b="0" i="0">
                <a:solidFill>
                  <a:srgbClr val="595959"/>
                </a:solidFill>
                <a:latin typeface="Trenda IG Text"/>
              </a:rPr>
              <a:t>  Cloud Run Jobs, one per step</a:t>
            </a:r>
          </a:p>
        </p:txBody>
      </p:sp>
      <p:sp>
        <p:nvSpPr>
          <p:cNvPr id="59" name="Shape 54"/>
          <p:cNvSpPr/>
          <p:nvPr/>
        </p:nvSpPr>
        <p:spPr>
          <a:xfrm>
            <a:off x="4617720" y="3099816"/>
            <a:ext cx="1216152" cy="20116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 55"/>
          <p:cNvSpPr txBox="1"/>
          <p:nvPr/>
        </p:nvSpPr>
        <p:spPr>
          <a:xfrm>
            <a:off x="4672584" y="3099816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Requirements</a:t>
            </a:r>
            <a:r>
              <a:rPr sz="550" b="0" i="0">
                <a:solidFill>
                  <a:srgbClr val="595959"/>
                </a:solidFill>
                <a:latin typeface="Trenda IG Text"/>
              </a:rPr>
              <a:t>  sa-ai-read</a:t>
            </a:r>
          </a:p>
        </p:txBody>
      </p:sp>
      <p:sp>
        <p:nvSpPr>
          <p:cNvPr id="61" name="Shape 56"/>
          <p:cNvSpPr/>
          <p:nvPr/>
        </p:nvSpPr>
        <p:spPr>
          <a:xfrm>
            <a:off x="5907024" y="3099816"/>
            <a:ext cx="1216152" cy="20116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 57"/>
          <p:cNvSpPr txBox="1"/>
          <p:nvPr/>
        </p:nvSpPr>
        <p:spPr>
          <a:xfrm>
            <a:off x="5961888" y="3099816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Architect</a:t>
            </a:r>
            <a:r>
              <a:rPr sz="550" b="0" i="0">
                <a:solidFill>
                  <a:srgbClr val="595959"/>
                </a:solidFill>
                <a:latin typeface="Trenda IG Text"/>
              </a:rPr>
              <a:t>  sa-ai-read</a:t>
            </a:r>
          </a:p>
        </p:txBody>
      </p:sp>
      <p:sp>
        <p:nvSpPr>
          <p:cNvPr id="63" name="Shape 58"/>
          <p:cNvSpPr/>
          <p:nvPr/>
        </p:nvSpPr>
        <p:spPr>
          <a:xfrm>
            <a:off x="4617720" y="3332988"/>
            <a:ext cx="1216152" cy="20116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 59"/>
          <p:cNvSpPr txBox="1"/>
          <p:nvPr/>
        </p:nvSpPr>
        <p:spPr>
          <a:xfrm>
            <a:off x="4672584" y="3332988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Developer · Codex</a:t>
            </a:r>
            <a:r>
              <a:rPr sz="550" b="0" i="0">
                <a:solidFill>
                  <a:srgbClr val="595959"/>
                </a:solidFill>
                <a:latin typeface="Trenda IG Text"/>
              </a:rPr>
              <a:t>  sa-ai-dev</a:t>
            </a:r>
          </a:p>
        </p:txBody>
      </p:sp>
      <p:sp>
        <p:nvSpPr>
          <p:cNvPr id="65" name="Shape 60"/>
          <p:cNvSpPr/>
          <p:nvPr/>
        </p:nvSpPr>
        <p:spPr>
          <a:xfrm>
            <a:off x="5907024" y="3332988"/>
            <a:ext cx="1216152" cy="20116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 61"/>
          <p:cNvSpPr txBox="1"/>
          <p:nvPr/>
        </p:nvSpPr>
        <p:spPr>
          <a:xfrm>
            <a:off x="5961888" y="3332988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Review</a:t>
            </a:r>
            <a:r>
              <a:rPr sz="550" b="0" i="0">
                <a:solidFill>
                  <a:srgbClr val="595959"/>
                </a:solidFill>
                <a:latin typeface="Trenda IG Text"/>
              </a:rPr>
              <a:t>  sa-ai-read</a:t>
            </a:r>
          </a:p>
        </p:txBody>
      </p:sp>
      <p:sp>
        <p:nvSpPr>
          <p:cNvPr id="67" name="Shape 62"/>
          <p:cNvSpPr/>
          <p:nvPr/>
        </p:nvSpPr>
        <p:spPr>
          <a:xfrm>
            <a:off x="4617720" y="3566160"/>
            <a:ext cx="1216152" cy="20116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 63"/>
          <p:cNvSpPr txBox="1"/>
          <p:nvPr/>
        </p:nvSpPr>
        <p:spPr>
          <a:xfrm>
            <a:off x="4672584" y="3566160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Test · Codex</a:t>
            </a:r>
            <a:r>
              <a:rPr sz="550" b="0" i="0">
                <a:solidFill>
                  <a:srgbClr val="595959"/>
                </a:solidFill>
                <a:latin typeface="Trenda IG Text"/>
              </a:rPr>
              <a:t>  sa-ai-dev</a:t>
            </a:r>
          </a:p>
        </p:txBody>
      </p:sp>
      <p:sp>
        <p:nvSpPr>
          <p:cNvPr id="69" name="Shape 64"/>
          <p:cNvSpPr/>
          <p:nvPr/>
        </p:nvSpPr>
        <p:spPr>
          <a:xfrm>
            <a:off x="5907024" y="3566160"/>
            <a:ext cx="1216152" cy="20116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 65"/>
          <p:cNvSpPr txBox="1"/>
          <p:nvPr/>
        </p:nvSpPr>
        <p:spPr>
          <a:xfrm>
            <a:off x="5961888" y="3566160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Release</a:t>
            </a:r>
            <a:r>
              <a:rPr sz="550" b="0" i="0">
                <a:solidFill>
                  <a:srgbClr val="595959"/>
                </a:solidFill>
                <a:latin typeface="Trenda IG Text"/>
              </a:rPr>
              <a:t>  sa-ai-release</a:t>
            </a:r>
          </a:p>
        </p:txBody>
      </p:sp>
      <p:sp>
        <p:nvSpPr>
          <p:cNvPr id="71" name="Shape 66"/>
          <p:cNvSpPr/>
          <p:nvPr/>
        </p:nvSpPr>
        <p:spPr>
          <a:xfrm>
            <a:off x="4544568" y="3886200"/>
            <a:ext cx="2651760" cy="566928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 w="28575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 67"/>
          <p:cNvSpPr txBox="1"/>
          <p:nvPr/>
        </p:nvSpPr>
        <p:spPr>
          <a:xfrm>
            <a:off x="4636008" y="3931920"/>
            <a:ext cx="20574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Evals on every step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000000"/>
                </a:solidFill>
                <a:latin typeface="Trenda IG Text"/>
              </a:rPr>
              <a:t>Each output is scored before it moves: relevancy, groundedness, tool sequence, pass@k. Pass to the gate; fail retries with feedback, max 5, then a named owner.</a:t>
            </a:r>
          </a:p>
        </p:txBody>
      </p:sp>
      <p:sp>
        <p:nvSpPr>
          <p:cNvPr id="73" name="Shape 68"/>
          <p:cNvSpPr/>
          <p:nvPr/>
        </p:nvSpPr>
        <p:spPr>
          <a:xfrm>
            <a:off x="6702552" y="3941063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 69"/>
          <p:cNvSpPr txBox="1"/>
          <p:nvPr/>
        </p:nvSpPr>
        <p:spPr>
          <a:xfrm>
            <a:off x="6702552" y="3941063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75" name="Arrow 70"/>
          <p:cNvCxnSpPr/>
          <p:nvPr/>
        </p:nvCxnSpPr>
        <p:spPr>
          <a:xfrm>
            <a:off x="5870448" y="3813048"/>
            <a:ext cx="0" cy="73152"/>
          </a:xfrm>
          <a:prstGeom prst="line">
            <a:avLst/>
          </a:prstGeom>
          <a:ln w="19050">
            <a:solidFill>
              <a:srgbClr val="C9A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Shape 71"/>
          <p:cNvSpPr/>
          <p:nvPr/>
        </p:nvSpPr>
        <p:spPr>
          <a:xfrm>
            <a:off x="7287768" y="2852928"/>
            <a:ext cx="1984248" cy="566928"/>
          </a:xfrm>
          <a:prstGeom prst="roundRect">
            <a:avLst>
              <a:gd name="adj" fmla="val 6000"/>
            </a:avLst>
          </a:prstGeom>
          <a:solidFill>
            <a:srgbClr val="FFE6F0"/>
          </a:solidFill>
          <a:ln w="9525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 72"/>
          <p:cNvSpPr txBox="1"/>
          <p:nvPr/>
        </p:nvSpPr>
        <p:spPr>
          <a:xfrm>
            <a:off x="7360919" y="2907792"/>
            <a:ext cx="1837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Change Guardian · OPA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Diff + ownership graph: PASS, NEEDS OWNER APPROVAL or BLOCK.</a:t>
            </a:r>
          </a:p>
        </p:txBody>
      </p:sp>
      <p:sp>
        <p:nvSpPr>
          <p:cNvPr id="78" name="Shape 73"/>
          <p:cNvSpPr/>
          <p:nvPr/>
        </p:nvSpPr>
        <p:spPr>
          <a:xfrm>
            <a:off x="7287768" y="3493008"/>
            <a:ext cx="1984248" cy="960120"/>
          </a:xfrm>
          <a:prstGeom prst="roundRect">
            <a:avLst>
              <a:gd name="adj" fmla="val 6000"/>
            </a:avLst>
          </a:prstGeom>
          <a:solidFill>
            <a:srgbClr val="FFE6F0"/>
          </a:solidFill>
          <a:ln w="1270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 74"/>
          <p:cNvSpPr txBox="1"/>
          <p:nvPr/>
        </p:nvSpPr>
        <p:spPr>
          <a:xfrm>
            <a:off x="7360919" y="3538728"/>
            <a:ext cx="18379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MCP tool gateway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000000"/>
                </a:solidFill>
                <a:latin typeface="Trenda IG Text"/>
              </a:rPr>
              <a:t>Checks identity, tool, target and approval, then acts; every decision logged.</a:t>
            </a:r>
          </a:p>
        </p:txBody>
      </p:sp>
      <p:sp>
        <p:nvSpPr>
          <p:cNvPr id="80" name="Shape 75"/>
          <p:cNvSpPr/>
          <p:nvPr/>
        </p:nvSpPr>
        <p:spPr>
          <a:xfrm>
            <a:off x="7360919" y="3995928"/>
            <a:ext cx="58826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 76"/>
          <p:cNvSpPr txBox="1"/>
          <p:nvPr/>
        </p:nvSpPr>
        <p:spPr>
          <a:xfrm>
            <a:off x="7360919" y="3995928"/>
            <a:ext cx="5882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00000"/>
                </a:solidFill>
                <a:latin typeface="Trenda IG Text"/>
              </a:rPr>
              <a:t>sa-ai-read</a:t>
            </a:r>
          </a:p>
        </p:txBody>
      </p:sp>
      <p:sp>
        <p:nvSpPr>
          <p:cNvPr id="82" name="Shape 77"/>
          <p:cNvSpPr/>
          <p:nvPr/>
        </p:nvSpPr>
        <p:spPr>
          <a:xfrm>
            <a:off x="7985759" y="3995928"/>
            <a:ext cx="58826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 78"/>
          <p:cNvSpPr txBox="1"/>
          <p:nvPr/>
        </p:nvSpPr>
        <p:spPr>
          <a:xfrm>
            <a:off x="7985759" y="3995928"/>
            <a:ext cx="5882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00000"/>
                </a:solidFill>
                <a:latin typeface="Trenda IG Text"/>
              </a:rPr>
              <a:t>sa-ai-dev</a:t>
            </a:r>
          </a:p>
        </p:txBody>
      </p:sp>
      <p:sp>
        <p:nvSpPr>
          <p:cNvPr id="84" name="Shape 79"/>
          <p:cNvSpPr/>
          <p:nvPr/>
        </p:nvSpPr>
        <p:spPr>
          <a:xfrm>
            <a:off x="8610600" y="3995928"/>
            <a:ext cx="58826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 80"/>
          <p:cNvSpPr txBox="1"/>
          <p:nvPr/>
        </p:nvSpPr>
        <p:spPr>
          <a:xfrm>
            <a:off x="8610600" y="3995928"/>
            <a:ext cx="5882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00000"/>
                </a:solidFill>
                <a:latin typeface="Trenda IG Text"/>
              </a:rPr>
              <a:t>sa-ai-release</a:t>
            </a:r>
          </a:p>
        </p:txBody>
      </p:sp>
      <p:sp>
        <p:nvSpPr>
          <p:cNvPr id="86" name="Text 81"/>
          <p:cNvSpPr txBox="1"/>
          <p:nvPr/>
        </p:nvSpPr>
        <p:spPr>
          <a:xfrm>
            <a:off x="7360919" y="4224528"/>
            <a:ext cx="1837943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1" i="0">
                <a:solidFill>
                  <a:srgbClr val="FF0069"/>
                </a:solidFill>
                <a:latin typeface="Trenda IG Text"/>
              </a:rPr>
              <a:t>No production identity for any agent.</a:t>
            </a:r>
          </a:p>
        </p:txBody>
      </p:sp>
      <p:sp>
        <p:nvSpPr>
          <p:cNvPr id="87" name="Shape 82"/>
          <p:cNvSpPr/>
          <p:nvPr/>
        </p:nvSpPr>
        <p:spPr>
          <a:xfrm>
            <a:off x="3551529" y="2738628"/>
            <a:ext cx="865022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 83"/>
          <p:cNvSpPr txBox="1"/>
          <p:nvPr/>
        </p:nvSpPr>
        <p:spPr>
          <a:xfrm>
            <a:off x="3551529" y="2738628"/>
            <a:ext cx="86502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03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ORCHESTRATION</a:t>
            </a:r>
          </a:p>
        </p:txBody>
      </p:sp>
      <p:sp>
        <p:nvSpPr>
          <p:cNvPr id="89" name="Shape 84"/>
          <p:cNvSpPr/>
          <p:nvPr/>
        </p:nvSpPr>
        <p:spPr>
          <a:xfrm>
            <a:off x="8637422" y="2738628"/>
            <a:ext cx="579729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 85"/>
          <p:cNvSpPr txBox="1"/>
          <p:nvPr/>
        </p:nvSpPr>
        <p:spPr>
          <a:xfrm>
            <a:off x="8637422" y="2738628"/>
            <a:ext cx="57972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04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CONTROL</a:t>
            </a:r>
          </a:p>
        </p:txBody>
      </p:sp>
      <p:sp>
        <p:nvSpPr>
          <p:cNvPr id="91" name="Shape 86"/>
          <p:cNvSpPr/>
          <p:nvPr/>
        </p:nvSpPr>
        <p:spPr>
          <a:xfrm>
            <a:off x="8684971" y="3378708"/>
            <a:ext cx="532180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 87"/>
          <p:cNvSpPr txBox="1"/>
          <p:nvPr/>
        </p:nvSpPr>
        <p:spPr>
          <a:xfrm>
            <a:off x="8684971" y="3378708"/>
            <a:ext cx="5321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02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ACTION</a:t>
            </a:r>
          </a:p>
        </p:txBody>
      </p:sp>
      <p:cxnSp>
        <p:nvCxnSpPr>
          <p:cNvPr id="93" name="Arrow 88"/>
          <p:cNvCxnSpPr/>
          <p:nvPr/>
        </p:nvCxnSpPr>
        <p:spPr>
          <a:xfrm>
            <a:off x="4453128" y="3310128"/>
            <a:ext cx="914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Arrow 89"/>
          <p:cNvCxnSpPr/>
          <p:nvPr/>
        </p:nvCxnSpPr>
        <p:spPr>
          <a:xfrm>
            <a:off x="7196328" y="3767328"/>
            <a:ext cx="91440" cy="0"/>
          </a:xfrm>
          <a:prstGeom prst="line">
            <a:avLst/>
          </a:prstGeom>
          <a:ln w="19050">
            <a:solidFill>
              <a:srgbClr val="FF00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Shape 90"/>
          <p:cNvSpPr/>
          <p:nvPr/>
        </p:nvSpPr>
        <p:spPr>
          <a:xfrm>
            <a:off x="7150608" y="3511296"/>
            <a:ext cx="173736" cy="173736"/>
          </a:xfrm>
          <a:prstGeom prst="ellipse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 91"/>
          <p:cNvSpPr txBox="1"/>
          <p:nvPr/>
        </p:nvSpPr>
        <p:spPr>
          <a:xfrm>
            <a:off x="7150608" y="3511296"/>
            <a:ext cx="17373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Trenda IG Text"/>
              </a:rPr>
              <a:t>4</a:t>
            </a:r>
          </a:p>
        </p:txBody>
      </p:sp>
      <p:cxnSp>
        <p:nvCxnSpPr>
          <p:cNvPr id="97" name="Arrow 92"/>
          <p:cNvCxnSpPr/>
          <p:nvPr/>
        </p:nvCxnSpPr>
        <p:spPr>
          <a:xfrm>
            <a:off x="8279892" y="3419856"/>
            <a:ext cx="0" cy="73152"/>
          </a:xfrm>
          <a:prstGeom prst="line">
            <a:avLst/>
          </a:prstGeom>
          <a:ln w="12700">
            <a:solidFill>
              <a:srgbClr val="FF00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Arrow 93"/>
          <p:cNvCxnSpPr/>
          <p:nvPr/>
        </p:nvCxnSpPr>
        <p:spPr>
          <a:xfrm flipV="1">
            <a:off x="5001768" y="2423160"/>
            <a:ext cx="0" cy="429768"/>
          </a:xfrm>
          <a:prstGeom prst="line">
            <a:avLst/>
          </a:prstGeom>
          <a:ln w="19050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Shape 94"/>
          <p:cNvSpPr/>
          <p:nvPr/>
        </p:nvSpPr>
        <p:spPr>
          <a:xfrm>
            <a:off x="5093208" y="2523744"/>
            <a:ext cx="173736" cy="173736"/>
          </a:xfrm>
          <a:prstGeom prst="ellipse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 95"/>
          <p:cNvSpPr txBox="1"/>
          <p:nvPr/>
        </p:nvSpPr>
        <p:spPr>
          <a:xfrm>
            <a:off x="5093208" y="2523744"/>
            <a:ext cx="17373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Trenda IG Text"/>
              </a:rPr>
              <a:t>3</a:t>
            </a:r>
          </a:p>
        </p:txBody>
      </p:sp>
      <p:sp>
        <p:nvSpPr>
          <p:cNvPr id="101" name="Text 96"/>
          <p:cNvSpPr txBox="1"/>
          <p:nvPr/>
        </p:nvSpPr>
        <p:spPr>
          <a:xfrm>
            <a:off x="5294376" y="2523744"/>
            <a:ext cx="146304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1" i="0">
                <a:solidFill>
                  <a:srgbClr val="4527A0"/>
                </a:solidFill>
                <a:latin typeface="Trenda IG Text"/>
              </a:rPr>
              <a:t>graph.* · cited facts</a:t>
            </a:r>
          </a:p>
        </p:txBody>
      </p:sp>
      <p:sp>
        <p:nvSpPr>
          <p:cNvPr id="102" name="Shape 97"/>
          <p:cNvSpPr/>
          <p:nvPr/>
        </p:nvSpPr>
        <p:spPr>
          <a:xfrm>
            <a:off x="2697480" y="4636008"/>
            <a:ext cx="2286000" cy="73152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 w="28575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 98"/>
          <p:cNvSpPr txBox="1"/>
          <p:nvPr/>
        </p:nvSpPr>
        <p:spPr>
          <a:xfrm>
            <a:off x="2788920" y="4681728"/>
            <a:ext cx="1737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Eval gate · Cloud Build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000000"/>
                </a:solidFill>
                <a:latin typeface="Trenda IG Text"/>
              </a:rPr>
              <a:t>Golden set + held-out set pass before any prompt, skill or model change. Weekly blind sample labelled by your experts.</a:t>
            </a:r>
          </a:p>
        </p:txBody>
      </p:sp>
      <p:sp>
        <p:nvSpPr>
          <p:cNvPr id="104" name="Shape 99"/>
          <p:cNvSpPr/>
          <p:nvPr/>
        </p:nvSpPr>
        <p:spPr>
          <a:xfrm>
            <a:off x="4489704" y="4690872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 100"/>
          <p:cNvSpPr txBox="1"/>
          <p:nvPr/>
        </p:nvSpPr>
        <p:spPr>
          <a:xfrm>
            <a:off x="4489704" y="469087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sp>
        <p:nvSpPr>
          <p:cNvPr id="106" name="Shape 101"/>
          <p:cNvSpPr/>
          <p:nvPr/>
        </p:nvSpPr>
        <p:spPr>
          <a:xfrm>
            <a:off x="2788920" y="4521708"/>
            <a:ext cx="627278" cy="155448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9525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 102"/>
          <p:cNvSpPr txBox="1"/>
          <p:nvPr/>
        </p:nvSpPr>
        <p:spPr>
          <a:xfrm>
            <a:off x="2788920" y="4521708"/>
            <a:ext cx="62727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20" b="1" i="0" spc="60">
                <a:solidFill>
                  <a:srgbClr val="00D6F2"/>
                </a:solidFill>
                <a:latin typeface="Trenda IG Text"/>
              </a:rPr>
              <a:t>05  </a:t>
            </a:r>
            <a:r>
              <a:rPr sz="520" b="1" i="0" spc="60">
                <a:solidFill>
                  <a:srgbClr val="FFFFFF"/>
                </a:solidFill>
                <a:latin typeface="Trenda IG Text"/>
              </a:rPr>
              <a:t>FEEDBACK</a:t>
            </a:r>
          </a:p>
        </p:txBody>
      </p:sp>
      <p:sp>
        <p:nvSpPr>
          <p:cNvPr id="108" name="Shape 103"/>
          <p:cNvSpPr/>
          <p:nvPr/>
        </p:nvSpPr>
        <p:spPr>
          <a:xfrm>
            <a:off x="5074920" y="4636008"/>
            <a:ext cx="14630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 104"/>
          <p:cNvSpPr txBox="1"/>
          <p:nvPr/>
        </p:nvSpPr>
        <p:spPr>
          <a:xfrm>
            <a:off x="5148072" y="4690872"/>
            <a:ext cx="13167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Change passport · BigQuery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One hash-chained row per event: tamper-evident.</a:t>
            </a:r>
          </a:p>
        </p:txBody>
      </p:sp>
      <p:sp>
        <p:nvSpPr>
          <p:cNvPr id="110" name="Shape 105"/>
          <p:cNvSpPr/>
          <p:nvPr/>
        </p:nvSpPr>
        <p:spPr>
          <a:xfrm>
            <a:off x="6629400" y="4636008"/>
            <a:ext cx="12344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 106"/>
          <p:cNvSpPr txBox="1"/>
          <p:nvPr/>
        </p:nvSpPr>
        <p:spPr>
          <a:xfrm>
            <a:off x="6702552" y="4690872"/>
            <a:ext cx="10881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Measured per pod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Cycle time, rework, defects, cost per change.</a:t>
            </a:r>
          </a:p>
        </p:txBody>
      </p:sp>
      <p:sp>
        <p:nvSpPr>
          <p:cNvPr id="112" name="Shape 107"/>
          <p:cNvSpPr/>
          <p:nvPr/>
        </p:nvSpPr>
        <p:spPr>
          <a:xfrm>
            <a:off x="7955279" y="4636008"/>
            <a:ext cx="1408176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3" name="Picture 112" descr="open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4700016"/>
            <a:ext cx="182880" cy="182880"/>
          </a:xfrm>
          <a:prstGeom prst="rect">
            <a:avLst/>
          </a:prstGeom>
        </p:spPr>
      </p:pic>
      <p:sp>
        <p:nvSpPr>
          <p:cNvPr id="114" name="Text 108"/>
          <p:cNvSpPr txBox="1"/>
          <p:nvPr/>
        </p:nvSpPr>
        <p:spPr>
          <a:xfrm>
            <a:off x="8028431" y="4690872"/>
            <a:ext cx="1024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Codex Enterprise</a:t>
            </a:r>
          </a:p>
          <a:p>
            <a:pPr>
              <a:spcAft>
                <a:spcPts val="100"/>
              </a:spcAft>
            </a:pPr>
            <a:r>
              <a:rPr sz="630" b="0" i="0">
                <a:solidFill>
                  <a:srgbClr val="2B2B2B"/>
                </a:solidFill>
                <a:latin typeface="Trenda IG Text"/>
              </a:rPr>
              <a:t>Model Armor screens every prompt and response; enterprise data protection signed.</a:t>
            </a:r>
          </a:p>
        </p:txBody>
      </p:sp>
      <p:sp>
        <p:nvSpPr>
          <p:cNvPr id="115" name="Shape 109"/>
          <p:cNvSpPr/>
          <p:nvPr/>
        </p:nvSpPr>
        <p:spPr>
          <a:xfrm>
            <a:off x="9601200" y="1161288"/>
            <a:ext cx="2176272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 110"/>
          <p:cNvSpPr txBox="1"/>
          <p:nvPr/>
        </p:nvSpPr>
        <p:spPr>
          <a:xfrm>
            <a:off x="9692640" y="1161288"/>
            <a:ext cx="199339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 spc="150">
                <a:solidFill>
                  <a:srgbClr val="FFFFFF"/>
                </a:solidFill>
                <a:latin typeface="Trenda IG Text"/>
              </a:rPr>
              <a:t>SYSTEMS OF RECORD</a:t>
            </a:r>
            <a:r>
              <a:rPr sz="750" b="0" i="0">
                <a:solidFill>
                  <a:srgbClr val="BFBFBF"/>
                </a:solidFill>
                <a:latin typeface="Trenda IG Text"/>
              </a:rPr>
              <a:t>   read · write</a:t>
            </a:r>
          </a:p>
        </p:txBody>
      </p:sp>
      <p:sp>
        <p:nvSpPr>
          <p:cNvPr id="117" name="Shape 111"/>
          <p:cNvSpPr/>
          <p:nvPr/>
        </p:nvSpPr>
        <p:spPr>
          <a:xfrm>
            <a:off x="9601200" y="1417320"/>
            <a:ext cx="2176272" cy="402335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8" name="Picture 117" descr="ji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2640" y="1508760"/>
            <a:ext cx="164592" cy="164592"/>
          </a:xfrm>
          <a:prstGeom prst="rect">
            <a:avLst/>
          </a:prstGeom>
        </p:spPr>
      </p:pic>
      <p:sp>
        <p:nvSpPr>
          <p:cNvPr id="119" name="Text 112"/>
          <p:cNvSpPr txBox="1"/>
          <p:nvPr/>
        </p:nvSpPr>
        <p:spPr>
          <a:xfrm>
            <a:off x="9912096" y="1508760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Jira</a:t>
            </a:r>
          </a:p>
        </p:txBody>
      </p:sp>
      <p:sp>
        <p:nvSpPr>
          <p:cNvPr id="120" name="Shape 113"/>
          <p:cNvSpPr/>
          <p:nvPr/>
        </p:nvSpPr>
        <p:spPr>
          <a:xfrm>
            <a:off x="9692640" y="1700784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 114"/>
          <p:cNvSpPr txBox="1"/>
          <p:nvPr/>
        </p:nvSpPr>
        <p:spPr>
          <a:xfrm>
            <a:off x="9692640" y="1700784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4527A0"/>
                </a:solidFill>
                <a:latin typeface="Trenda IG Text"/>
              </a:rPr>
              <a:t>READ</a:t>
            </a:r>
          </a:p>
        </p:txBody>
      </p:sp>
      <p:sp>
        <p:nvSpPr>
          <p:cNvPr id="122" name="Text 115"/>
          <p:cNvSpPr txBox="1"/>
          <p:nvPr/>
        </p:nvSpPr>
        <p:spPr>
          <a:xfrm>
            <a:off x="10094976" y="1682495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stories, criteria</a:t>
            </a:r>
          </a:p>
        </p:txBody>
      </p:sp>
      <p:sp>
        <p:nvSpPr>
          <p:cNvPr id="123" name="Shape 116"/>
          <p:cNvSpPr/>
          <p:nvPr/>
        </p:nvSpPr>
        <p:spPr>
          <a:xfrm>
            <a:off x="9692640" y="1837943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 117"/>
          <p:cNvSpPr txBox="1"/>
          <p:nvPr/>
        </p:nvSpPr>
        <p:spPr>
          <a:xfrm>
            <a:off x="9692640" y="1837943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F0069"/>
                </a:solidFill>
                <a:latin typeface="Trenda IG Text"/>
              </a:rPr>
              <a:t>WRITE</a:t>
            </a:r>
          </a:p>
        </p:txBody>
      </p:sp>
      <p:sp>
        <p:nvSpPr>
          <p:cNvPr id="125" name="Text 118"/>
          <p:cNvSpPr txBox="1"/>
          <p:nvPr/>
        </p:nvSpPr>
        <p:spPr>
          <a:xfrm>
            <a:off x="10094976" y="1819655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brief, status to Done</a:t>
            </a:r>
          </a:p>
        </p:txBody>
      </p:sp>
      <p:pic>
        <p:nvPicPr>
          <p:cNvPr id="126" name="Picture 125" descr="conflu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029967"/>
            <a:ext cx="164592" cy="164592"/>
          </a:xfrm>
          <a:prstGeom prst="rect">
            <a:avLst/>
          </a:prstGeom>
        </p:spPr>
      </p:pic>
      <p:sp>
        <p:nvSpPr>
          <p:cNvPr id="127" name="Text 119"/>
          <p:cNvSpPr txBox="1"/>
          <p:nvPr/>
        </p:nvSpPr>
        <p:spPr>
          <a:xfrm>
            <a:off x="9912096" y="2029967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Confluence</a:t>
            </a:r>
          </a:p>
        </p:txBody>
      </p:sp>
      <p:sp>
        <p:nvSpPr>
          <p:cNvPr id="128" name="Shape 120"/>
          <p:cNvSpPr/>
          <p:nvPr/>
        </p:nvSpPr>
        <p:spPr>
          <a:xfrm>
            <a:off x="9692640" y="2221991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 121"/>
          <p:cNvSpPr txBox="1"/>
          <p:nvPr/>
        </p:nvSpPr>
        <p:spPr>
          <a:xfrm>
            <a:off x="9692640" y="2221991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4527A0"/>
                </a:solidFill>
                <a:latin typeface="Trenda IG Text"/>
              </a:rPr>
              <a:t>READ</a:t>
            </a:r>
          </a:p>
        </p:txBody>
      </p:sp>
      <p:sp>
        <p:nvSpPr>
          <p:cNvPr id="130" name="Text 122"/>
          <p:cNvSpPr txBox="1"/>
          <p:nvPr/>
        </p:nvSpPr>
        <p:spPr>
          <a:xfrm>
            <a:off x="10094976" y="2203703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designs, rules</a:t>
            </a:r>
          </a:p>
        </p:txBody>
      </p:sp>
      <p:sp>
        <p:nvSpPr>
          <p:cNvPr id="131" name="Shape 123"/>
          <p:cNvSpPr/>
          <p:nvPr/>
        </p:nvSpPr>
        <p:spPr>
          <a:xfrm>
            <a:off x="9692640" y="2359151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 124"/>
          <p:cNvSpPr txBox="1"/>
          <p:nvPr/>
        </p:nvSpPr>
        <p:spPr>
          <a:xfrm>
            <a:off x="9692640" y="2359151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F0069"/>
                </a:solidFill>
                <a:latin typeface="Trenda IG Text"/>
              </a:rPr>
              <a:t>WRITE</a:t>
            </a:r>
          </a:p>
        </p:txBody>
      </p:sp>
      <p:sp>
        <p:nvSpPr>
          <p:cNvPr id="133" name="Text 125"/>
          <p:cNvSpPr txBox="1"/>
          <p:nvPr/>
        </p:nvSpPr>
        <p:spPr>
          <a:xfrm>
            <a:off x="10094976" y="2340863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design draft, as-built</a:t>
            </a:r>
          </a:p>
        </p:txBody>
      </p:sp>
      <p:pic>
        <p:nvPicPr>
          <p:cNvPr id="134" name="Picture 133" descr="googledr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2640" y="2551176"/>
            <a:ext cx="164592" cy="164592"/>
          </a:xfrm>
          <a:prstGeom prst="rect">
            <a:avLst/>
          </a:prstGeom>
        </p:spPr>
      </p:pic>
      <p:sp>
        <p:nvSpPr>
          <p:cNvPr id="135" name="Text 126"/>
          <p:cNvSpPr txBox="1"/>
          <p:nvPr/>
        </p:nvSpPr>
        <p:spPr>
          <a:xfrm>
            <a:off x="9912096" y="2551176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Google Drive</a:t>
            </a:r>
          </a:p>
        </p:txBody>
      </p:sp>
      <p:sp>
        <p:nvSpPr>
          <p:cNvPr id="136" name="Shape 127"/>
          <p:cNvSpPr/>
          <p:nvPr/>
        </p:nvSpPr>
        <p:spPr>
          <a:xfrm>
            <a:off x="9692640" y="2743200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 128"/>
          <p:cNvSpPr txBox="1"/>
          <p:nvPr/>
        </p:nvSpPr>
        <p:spPr>
          <a:xfrm>
            <a:off x="9692640" y="2743200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4527A0"/>
                </a:solidFill>
                <a:latin typeface="Trenda IG Text"/>
              </a:rPr>
              <a:t>READ</a:t>
            </a:r>
          </a:p>
        </p:txBody>
      </p:sp>
      <p:sp>
        <p:nvSpPr>
          <p:cNvPr id="138" name="Text 129"/>
          <p:cNvSpPr txBox="1"/>
          <p:nvPr/>
        </p:nvSpPr>
        <p:spPr>
          <a:xfrm>
            <a:off x="10094976" y="2724912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specs, mapping sheets</a:t>
            </a:r>
          </a:p>
        </p:txBody>
      </p:sp>
      <p:pic>
        <p:nvPicPr>
          <p:cNvPr id="139" name="Picture 138" descr="g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2640" y="2935224"/>
            <a:ext cx="164592" cy="164592"/>
          </a:xfrm>
          <a:prstGeom prst="rect">
            <a:avLst/>
          </a:prstGeom>
        </p:spPr>
      </p:pic>
      <p:sp>
        <p:nvSpPr>
          <p:cNvPr id="140" name="Text 130"/>
          <p:cNvSpPr txBox="1"/>
          <p:nvPr/>
        </p:nvSpPr>
        <p:spPr>
          <a:xfrm>
            <a:off x="9912096" y="2935224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Git</a:t>
            </a:r>
          </a:p>
        </p:txBody>
      </p:sp>
      <p:sp>
        <p:nvSpPr>
          <p:cNvPr id="141" name="Shape 131"/>
          <p:cNvSpPr/>
          <p:nvPr/>
        </p:nvSpPr>
        <p:spPr>
          <a:xfrm>
            <a:off x="9692640" y="3127248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 132"/>
          <p:cNvSpPr txBox="1"/>
          <p:nvPr/>
        </p:nvSpPr>
        <p:spPr>
          <a:xfrm>
            <a:off x="9692640" y="3127248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4527A0"/>
                </a:solidFill>
                <a:latin typeface="Trenda IG Text"/>
              </a:rPr>
              <a:t>READ</a:t>
            </a:r>
          </a:p>
        </p:txBody>
      </p:sp>
      <p:sp>
        <p:nvSpPr>
          <p:cNvPr id="143" name="Text 133"/>
          <p:cNvSpPr txBox="1"/>
          <p:nvPr/>
        </p:nvSpPr>
        <p:spPr>
          <a:xfrm>
            <a:off x="10094976" y="3108960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Apex, LWC, metadata</a:t>
            </a:r>
          </a:p>
        </p:txBody>
      </p:sp>
      <p:sp>
        <p:nvSpPr>
          <p:cNvPr id="144" name="Shape 134"/>
          <p:cNvSpPr/>
          <p:nvPr/>
        </p:nvSpPr>
        <p:spPr>
          <a:xfrm>
            <a:off x="9692640" y="3264408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 135"/>
          <p:cNvSpPr txBox="1"/>
          <p:nvPr/>
        </p:nvSpPr>
        <p:spPr>
          <a:xfrm>
            <a:off x="9692640" y="3264408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F0069"/>
                </a:solidFill>
                <a:latin typeface="Trenda IG Text"/>
              </a:rPr>
              <a:t>WRITE</a:t>
            </a:r>
          </a:p>
        </p:txBody>
      </p:sp>
      <p:sp>
        <p:nvSpPr>
          <p:cNvPr id="146" name="Text 136"/>
          <p:cNvSpPr txBox="1"/>
          <p:nvPr/>
        </p:nvSpPr>
        <p:spPr>
          <a:xfrm>
            <a:off x="10094976" y="3246120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branch, pull request</a:t>
            </a:r>
          </a:p>
        </p:txBody>
      </p:sp>
      <p:pic>
        <p:nvPicPr>
          <p:cNvPr id="147" name="Picture 146" descr="sales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3456432"/>
            <a:ext cx="164592" cy="164592"/>
          </a:xfrm>
          <a:prstGeom prst="rect">
            <a:avLst/>
          </a:prstGeom>
        </p:spPr>
      </p:pic>
      <p:sp>
        <p:nvSpPr>
          <p:cNvPr id="148" name="Text 137"/>
          <p:cNvSpPr txBox="1"/>
          <p:nvPr/>
        </p:nvSpPr>
        <p:spPr>
          <a:xfrm>
            <a:off x="9912096" y="3456432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Salesforce</a:t>
            </a:r>
          </a:p>
        </p:txBody>
      </p:sp>
      <p:sp>
        <p:nvSpPr>
          <p:cNvPr id="149" name="Shape 138"/>
          <p:cNvSpPr/>
          <p:nvPr/>
        </p:nvSpPr>
        <p:spPr>
          <a:xfrm>
            <a:off x="9692640" y="3648456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 139"/>
          <p:cNvSpPr txBox="1"/>
          <p:nvPr/>
        </p:nvSpPr>
        <p:spPr>
          <a:xfrm>
            <a:off x="9692640" y="36484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4527A0"/>
                </a:solidFill>
                <a:latin typeface="Trenda IG Text"/>
              </a:rPr>
              <a:t>READ</a:t>
            </a:r>
          </a:p>
        </p:txBody>
      </p:sp>
      <p:sp>
        <p:nvSpPr>
          <p:cNvPr id="151" name="Text 140"/>
          <p:cNvSpPr txBox="1"/>
          <p:nvPr/>
        </p:nvSpPr>
        <p:spPr>
          <a:xfrm>
            <a:off x="10094976" y="3630168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Health, Data, Marketing Cloud</a:t>
            </a:r>
          </a:p>
        </p:txBody>
      </p:sp>
      <p:sp>
        <p:nvSpPr>
          <p:cNvPr id="152" name="Shape 141"/>
          <p:cNvSpPr/>
          <p:nvPr/>
        </p:nvSpPr>
        <p:spPr>
          <a:xfrm>
            <a:off x="9692640" y="3785615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 142"/>
          <p:cNvSpPr txBox="1"/>
          <p:nvPr/>
        </p:nvSpPr>
        <p:spPr>
          <a:xfrm>
            <a:off x="9692640" y="3785615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F0069"/>
                </a:solidFill>
                <a:latin typeface="Trenda IG Text"/>
              </a:rPr>
              <a:t>WRITE</a:t>
            </a:r>
          </a:p>
        </p:txBody>
      </p:sp>
      <p:sp>
        <p:nvSpPr>
          <p:cNvPr id="154" name="Text 143"/>
          <p:cNvSpPr txBox="1"/>
          <p:nvPr/>
        </p:nvSpPr>
        <p:spPr>
          <a:xfrm>
            <a:off x="10094976" y="3767328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DEV sandbox deploy</a:t>
            </a:r>
          </a:p>
        </p:txBody>
      </p:sp>
      <p:sp>
        <p:nvSpPr>
          <p:cNvPr id="155" name="Shape 144"/>
          <p:cNvSpPr/>
          <p:nvPr/>
        </p:nvSpPr>
        <p:spPr>
          <a:xfrm>
            <a:off x="9692640" y="39776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 145"/>
          <p:cNvSpPr txBox="1"/>
          <p:nvPr/>
        </p:nvSpPr>
        <p:spPr>
          <a:xfrm>
            <a:off x="9692640" y="3977640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0273B"/>
                </a:solidFill>
                <a:latin typeface="Trenda IG Text"/>
              </a:rPr>
              <a:t>ZS</a:t>
            </a:r>
          </a:p>
        </p:txBody>
      </p:sp>
      <p:sp>
        <p:nvSpPr>
          <p:cNvPr id="157" name="Text 146"/>
          <p:cNvSpPr txBox="1"/>
          <p:nvPr/>
        </p:nvSpPr>
        <p:spPr>
          <a:xfrm>
            <a:off x="9912096" y="3977640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Zephyr Scale</a:t>
            </a:r>
          </a:p>
        </p:txBody>
      </p:sp>
      <p:sp>
        <p:nvSpPr>
          <p:cNvPr id="158" name="Shape 147"/>
          <p:cNvSpPr/>
          <p:nvPr/>
        </p:nvSpPr>
        <p:spPr>
          <a:xfrm>
            <a:off x="9692640" y="4169664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 148"/>
          <p:cNvSpPr txBox="1"/>
          <p:nvPr/>
        </p:nvSpPr>
        <p:spPr>
          <a:xfrm>
            <a:off x="9692640" y="4169664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F0069"/>
                </a:solidFill>
                <a:latin typeface="Trenda IG Text"/>
              </a:rPr>
              <a:t>WRITE</a:t>
            </a:r>
          </a:p>
        </p:txBody>
      </p:sp>
      <p:sp>
        <p:nvSpPr>
          <p:cNvPr id="160" name="Text 149"/>
          <p:cNvSpPr txBox="1"/>
          <p:nvPr/>
        </p:nvSpPr>
        <p:spPr>
          <a:xfrm>
            <a:off x="10094976" y="4151376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test cases, results</a:t>
            </a:r>
          </a:p>
        </p:txBody>
      </p:sp>
      <p:sp>
        <p:nvSpPr>
          <p:cNvPr id="161" name="Shape 150"/>
          <p:cNvSpPr/>
          <p:nvPr/>
        </p:nvSpPr>
        <p:spPr>
          <a:xfrm>
            <a:off x="9692640" y="436168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 151"/>
          <p:cNvSpPr txBox="1"/>
          <p:nvPr/>
        </p:nvSpPr>
        <p:spPr>
          <a:xfrm>
            <a:off x="9692640" y="4361688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00273B"/>
                </a:solidFill>
                <a:latin typeface="Trenda IG Text"/>
              </a:rPr>
              <a:t>Co</a:t>
            </a:r>
          </a:p>
        </p:txBody>
      </p:sp>
      <p:sp>
        <p:nvSpPr>
          <p:cNvPr id="163" name="Text 152"/>
          <p:cNvSpPr txBox="1"/>
          <p:nvPr/>
        </p:nvSpPr>
        <p:spPr>
          <a:xfrm>
            <a:off x="9912096" y="4361688"/>
            <a:ext cx="1773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1" i="0">
                <a:solidFill>
                  <a:srgbClr val="000000"/>
                </a:solidFill>
                <a:latin typeface="Trenda IG Text"/>
              </a:rPr>
              <a:t>Copado</a:t>
            </a:r>
          </a:p>
        </p:txBody>
      </p:sp>
      <p:sp>
        <p:nvSpPr>
          <p:cNvPr id="164" name="Shape 153"/>
          <p:cNvSpPr/>
          <p:nvPr/>
        </p:nvSpPr>
        <p:spPr>
          <a:xfrm>
            <a:off x="9692640" y="4553712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 154"/>
          <p:cNvSpPr txBox="1"/>
          <p:nvPr/>
        </p:nvSpPr>
        <p:spPr>
          <a:xfrm>
            <a:off x="9692640" y="455371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4527A0"/>
                </a:solidFill>
                <a:latin typeface="Trenda IG Text"/>
              </a:rPr>
              <a:t>READ</a:t>
            </a:r>
          </a:p>
        </p:txBody>
      </p:sp>
      <p:sp>
        <p:nvSpPr>
          <p:cNvPr id="166" name="Text 155"/>
          <p:cNvSpPr txBox="1"/>
          <p:nvPr/>
        </p:nvSpPr>
        <p:spPr>
          <a:xfrm>
            <a:off x="10094976" y="4535424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promotions, test runs</a:t>
            </a:r>
          </a:p>
        </p:txBody>
      </p:sp>
      <p:sp>
        <p:nvSpPr>
          <p:cNvPr id="167" name="Shape 156"/>
          <p:cNvSpPr/>
          <p:nvPr/>
        </p:nvSpPr>
        <p:spPr>
          <a:xfrm>
            <a:off x="9692640" y="4690872"/>
            <a:ext cx="347472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00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 157"/>
          <p:cNvSpPr txBox="1"/>
          <p:nvPr/>
        </p:nvSpPr>
        <p:spPr>
          <a:xfrm>
            <a:off x="9692640" y="469087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 i="0">
                <a:solidFill>
                  <a:srgbClr val="FF0069"/>
                </a:solidFill>
                <a:latin typeface="Trenda IG Text"/>
              </a:rPr>
              <a:t>WRITE</a:t>
            </a:r>
          </a:p>
        </p:txBody>
      </p:sp>
      <p:sp>
        <p:nvSpPr>
          <p:cNvPr id="169" name="Text 158"/>
          <p:cNvSpPr txBox="1"/>
          <p:nvPr/>
        </p:nvSpPr>
        <p:spPr>
          <a:xfrm>
            <a:off x="10094976" y="4672584"/>
            <a:ext cx="159105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00" b="0" i="0">
                <a:solidFill>
                  <a:srgbClr val="2B2B2B"/>
                </a:solidFill>
                <a:latin typeface="Trenda IG Text"/>
              </a:rPr>
              <a:t>user story, SIT to UAT</a:t>
            </a:r>
          </a:p>
        </p:txBody>
      </p:sp>
      <p:sp>
        <p:nvSpPr>
          <p:cNvPr id="170" name="Shape 159"/>
          <p:cNvSpPr/>
          <p:nvPr/>
        </p:nvSpPr>
        <p:spPr>
          <a:xfrm>
            <a:off x="9692640" y="4901184"/>
            <a:ext cx="1993391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Text 160"/>
          <p:cNvSpPr txBox="1"/>
          <p:nvPr/>
        </p:nvSpPr>
        <p:spPr>
          <a:xfrm>
            <a:off x="9765792" y="4928616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50" b="1" i="0">
                <a:solidFill>
                  <a:srgbClr val="000000"/>
                </a:solidFill>
                <a:latin typeface="Trenda IG Text"/>
              </a:rPr>
              <a:t>Production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595959"/>
                </a:solidFill>
                <a:latin typeface="Trenda IG Text"/>
              </a:rPr>
              <a:t>The owning team deploys after CAB. No agent credential, no agent path.</a:t>
            </a:r>
          </a:p>
        </p:txBody>
      </p:sp>
      <p:cxnSp>
        <p:nvCxnSpPr>
          <p:cNvPr id="172" name="Arrow 161"/>
          <p:cNvCxnSpPr/>
          <p:nvPr/>
        </p:nvCxnSpPr>
        <p:spPr>
          <a:xfrm flipH="1">
            <a:off x="9363456" y="2011680"/>
            <a:ext cx="237744" cy="0"/>
          </a:xfrm>
          <a:prstGeom prst="line">
            <a:avLst/>
          </a:prstGeom>
          <a:ln w="19050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Arrow 162"/>
          <p:cNvCxnSpPr/>
          <p:nvPr/>
        </p:nvCxnSpPr>
        <p:spPr>
          <a:xfrm>
            <a:off x="9363456" y="3950208"/>
            <a:ext cx="237744" cy="0"/>
          </a:xfrm>
          <a:prstGeom prst="line">
            <a:avLst/>
          </a:prstGeom>
          <a:ln w="19050">
            <a:solidFill>
              <a:srgbClr val="FF00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Arrow 163"/>
          <p:cNvCxnSpPr/>
          <p:nvPr/>
        </p:nvCxnSpPr>
        <p:spPr>
          <a:xfrm>
            <a:off x="2350008" y="3566160"/>
            <a:ext cx="43891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Shape 164"/>
          <p:cNvSpPr/>
          <p:nvPr/>
        </p:nvSpPr>
        <p:spPr>
          <a:xfrm>
            <a:off x="2459736" y="3346704"/>
            <a:ext cx="173736" cy="173736"/>
          </a:xfrm>
          <a:prstGeom prst="ellipse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 165"/>
          <p:cNvSpPr txBox="1"/>
          <p:nvPr/>
        </p:nvSpPr>
        <p:spPr>
          <a:xfrm>
            <a:off x="2459736" y="3346704"/>
            <a:ext cx="17373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Trenda IG Text"/>
              </a:rPr>
              <a:t>2</a:t>
            </a:r>
          </a:p>
        </p:txBody>
      </p:sp>
      <p:cxnSp>
        <p:nvCxnSpPr>
          <p:cNvPr id="177" name="Arrow 166"/>
          <p:cNvCxnSpPr/>
          <p:nvPr/>
        </p:nvCxnSpPr>
        <p:spPr>
          <a:xfrm flipH="1">
            <a:off x="2514600" y="3081528"/>
            <a:ext cx="274320" cy="0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Arrow 167"/>
          <p:cNvCxnSpPr/>
          <p:nvPr/>
        </p:nvCxnSpPr>
        <p:spPr>
          <a:xfrm flipV="1">
            <a:off x="2514600" y="2514600"/>
            <a:ext cx="0" cy="566928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Arrow 168"/>
          <p:cNvCxnSpPr/>
          <p:nvPr/>
        </p:nvCxnSpPr>
        <p:spPr>
          <a:xfrm flipH="1">
            <a:off x="2350008" y="2514600"/>
            <a:ext cx="164592" cy="0"/>
          </a:xfrm>
          <a:prstGeom prst="line">
            <a:avLst/>
          </a:prstGeom>
          <a:ln w="12700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Shape 169"/>
          <p:cNvSpPr/>
          <p:nvPr/>
        </p:nvSpPr>
        <p:spPr>
          <a:xfrm>
            <a:off x="2551176" y="2615184"/>
            <a:ext cx="173736" cy="173736"/>
          </a:xfrm>
          <a:prstGeom prst="ellipse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Text 170"/>
          <p:cNvSpPr txBox="1"/>
          <p:nvPr/>
        </p:nvSpPr>
        <p:spPr>
          <a:xfrm>
            <a:off x="2551176" y="2615184"/>
            <a:ext cx="17373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Trenda IG Text"/>
              </a:rPr>
              <a:t>5</a:t>
            </a:r>
          </a:p>
        </p:txBody>
      </p:sp>
      <p:sp>
        <p:nvSpPr>
          <p:cNvPr id="182" name="Text 171"/>
          <p:cNvSpPr txBox="1"/>
          <p:nvPr/>
        </p:nvSpPr>
        <p:spPr>
          <a:xfrm>
            <a:off x="411480" y="5550408"/>
            <a:ext cx="960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1" i="0" spc="150">
                <a:solidFill>
                  <a:srgbClr val="000000"/>
                </a:solidFill>
                <a:latin typeface="Trenda IG Text"/>
              </a:rPr>
              <a:t>EACH RUN</a:t>
            </a:r>
          </a:p>
          <a:p>
            <a:r>
              <a:rPr sz="630" b="0" i="0">
                <a:solidFill>
                  <a:srgbClr val="595959"/>
                </a:solidFill>
                <a:latin typeface="Trenda IG Text"/>
              </a:rPr>
              <a:t>step by step</a:t>
            </a:r>
          </a:p>
        </p:txBody>
      </p:sp>
      <p:sp>
        <p:nvSpPr>
          <p:cNvPr id="183" name="Shape 172"/>
          <p:cNvSpPr/>
          <p:nvPr/>
        </p:nvSpPr>
        <p:spPr>
          <a:xfrm>
            <a:off x="1417320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Text 173"/>
          <p:cNvSpPr txBox="1"/>
          <p:nvPr/>
        </p:nvSpPr>
        <p:spPr>
          <a:xfrm>
            <a:off x="1444752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01 Understand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Requirements</a:t>
            </a:r>
          </a:p>
        </p:txBody>
      </p:sp>
      <p:sp>
        <p:nvSpPr>
          <p:cNvPr id="185" name="Shape 174"/>
          <p:cNvSpPr/>
          <p:nvPr/>
        </p:nvSpPr>
        <p:spPr>
          <a:xfrm>
            <a:off x="1581912" y="5980176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Text 175"/>
          <p:cNvSpPr txBox="1"/>
          <p:nvPr/>
        </p:nvSpPr>
        <p:spPr>
          <a:xfrm>
            <a:off x="1581912" y="598017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187" name="Arrow 176"/>
          <p:cNvCxnSpPr/>
          <p:nvPr/>
        </p:nvCxnSpPr>
        <p:spPr>
          <a:xfrm>
            <a:off x="2167128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Shape 177"/>
          <p:cNvSpPr/>
          <p:nvPr/>
        </p:nvSpPr>
        <p:spPr>
          <a:xfrm>
            <a:off x="2212848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9525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Text 178"/>
          <p:cNvSpPr txBox="1"/>
          <p:nvPr/>
        </p:nvSpPr>
        <p:spPr>
          <a:xfrm>
            <a:off x="2240279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H1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product owner</a:t>
            </a:r>
          </a:p>
        </p:txBody>
      </p:sp>
      <p:cxnSp>
        <p:nvCxnSpPr>
          <p:cNvPr id="190" name="Arrow 179"/>
          <p:cNvCxnSpPr/>
          <p:nvPr/>
        </p:nvCxnSpPr>
        <p:spPr>
          <a:xfrm>
            <a:off x="2962656" y="5742432"/>
            <a:ext cx="45719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Shape 180"/>
          <p:cNvSpPr/>
          <p:nvPr/>
        </p:nvSpPr>
        <p:spPr>
          <a:xfrm>
            <a:off x="3008376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Text 181"/>
          <p:cNvSpPr txBox="1"/>
          <p:nvPr/>
        </p:nvSpPr>
        <p:spPr>
          <a:xfrm>
            <a:off x="3035808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02 Design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Architect + CG</a:t>
            </a:r>
          </a:p>
        </p:txBody>
      </p:sp>
      <p:sp>
        <p:nvSpPr>
          <p:cNvPr id="193" name="Shape 182"/>
          <p:cNvSpPr/>
          <p:nvPr/>
        </p:nvSpPr>
        <p:spPr>
          <a:xfrm>
            <a:off x="3172968" y="5980176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Text 183"/>
          <p:cNvSpPr txBox="1"/>
          <p:nvPr/>
        </p:nvSpPr>
        <p:spPr>
          <a:xfrm>
            <a:off x="3172968" y="598017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195" name="Arrow 184"/>
          <p:cNvCxnSpPr/>
          <p:nvPr/>
        </p:nvCxnSpPr>
        <p:spPr>
          <a:xfrm>
            <a:off x="3758184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Shape 185"/>
          <p:cNvSpPr/>
          <p:nvPr/>
        </p:nvSpPr>
        <p:spPr>
          <a:xfrm>
            <a:off x="3803904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9525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Text 186"/>
          <p:cNvSpPr txBox="1"/>
          <p:nvPr/>
        </p:nvSpPr>
        <p:spPr>
          <a:xfrm>
            <a:off x="3831336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H2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architect + pods</a:t>
            </a:r>
          </a:p>
        </p:txBody>
      </p:sp>
      <p:cxnSp>
        <p:nvCxnSpPr>
          <p:cNvPr id="198" name="Arrow 187"/>
          <p:cNvCxnSpPr/>
          <p:nvPr/>
        </p:nvCxnSpPr>
        <p:spPr>
          <a:xfrm>
            <a:off x="4553712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Shape 188"/>
          <p:cNvSpPr/>
          <p:nvPr/>
        </p:nvSpPr>
        <p:spPr>
          <a:xfrm>
            <a:off x="4599432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Text 189"/>
          <p:cNvSpPr txBox="1"/>
          <p:nvPr/>
        </p:nvSpPr>
        <p:spPr>
          <a:xfrm>
            <a:off x="4626864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03 Build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Developer</a:t>
            </a:r>
          </a:p>
        </p:txBody>
      </p:sp>
      <p:sp>
        <p:nvSpPr>
          <p:cNvPr id="201" name="Shape 190"/>
          <p:cNvSpPr/>
          <p:nvPr/>
        </p:nvSpPr>
        <p:spPr>
          <a:xfrm>
            <a:off x="4764024" y="5980176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Text 191"/>
          <p:cNvSpPr txBox="1"/>
          <p:nvPr/>
        </p:nvSpPr>
        <p:spPr>
          <a:xfrm>
            <a:off x="4764024" y="598017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203" name="Arrow 192"/>
          <p:cNvCxnSpPr/>
          <p:nvPr/>
        </p:nvCxnSpPr>
        <p:spPr>
          <a:xfrm>
            <a:off x="5349240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Shape 193"/>
          <p:cNvSpPr/>
          <p:nvPr/>
        </p:nvSpPr>
        <p:spPr>
          <a:xfrm>
            <a:off x="5394959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 194"/>
          <p:cNvSpPr txBox="1"/>
          <p:nvPr/>
        </p:nvSpPr>
        <p:spPr>
          <a:xfrm>
            <a:off x="5422392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04 Verify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Review + Test</a:t>
            </a:r>
          </a:p>
        </p:txBody>
      </p:sp>
      <p:sp>
        <p:nvSpPr>
          <p:cNvPr id="206" name="Shape 195"/>
          <p:cNvSpPr/>
          <p:nvPr/>
        </p:nvSpPr>
        <p:spPr>
          <a:xfrm>
            <a:off x="5559551" y="5980176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Text 196"/>
          <p:cNvSpPr txBox="1"/>
          <p:nvPr/>
        </p:nvSpPr>
        <p:spPr>
          <a:xfrm>
            <a:off x="5559551" y="598017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208" name="Arrow 197"/>
          <p:cNvCxnSpPr/>
          <p:nvPr/>
        </p:nvCxnSpPr>
        <p:spPr>
          <a:xfrm>
            <a:off x="6144768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Shape 198"/>
          <p:cNvSpPr/>
          <p:nvPr/>
        </p:nvSpPr>
        <p:spPr>
          <a:xfrm>
            <a:off x="6190488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9525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Text 199"/>
          <p:cNvSpPr txBox="1"/>
          <p:nvPr/>
        </p:nvSpPr>
        <p:spPr>
          <a:xfrm>
            <a:off x="6217920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H3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tech lead + security</a:t>
            </a:r>
          </a:p>
        </p:txBody>
      </p:sp>
      <p:cxnSp>
        <p:nvCxnSpPr>
          <p:cNvPr id="211" name="Arrow 200"/>
          <p:cNvCxnSpPr/>
          <p:nvPr/>
        </p:nvCxnSpPr>
        <p:spPr>
          <a:xfrm>
            <a:off x="6940296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Shape 201"/>
          <p:cNvSpPr/>
          <p:nvPr/>
        </p:nvSpPr>
        <p:spPr>
          <a:xfrm>
            <a:off x="6986016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Text 202"/>
          <p:cNvSpPr txBox="1"/>
          <p:nvPr/>
        </p:nvSpPr>
        <p:spPr>
          <a:xfrm>
            <a:off x="7013448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05 Promote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Release · SIT, UAT</a:t>
            </a:r>
          </a:p>
        </p:txBody>
      </p:sp>
      <p:sp>
        <p:nvSpPr>
          <p:cNvPr id="214" name="Shape 203"/>
          <p:cNvSpPr/>
          <p:nvPr/>
        </p:nvSpPr>
        <p:spPr>
          <a:xfrm>
            <a:off x="7150607" y="5980176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Text 204"/>
          <p:cNvSpPr txBox="1"/>
          <p:nvPr/>
        </p:nvSpPr>
        <p:spPr>
          <a:xfrm>
            <a:off x="7150607" y="598017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216" name="Arrow 205"/>
          <p:cNvCxnSpPr/>
          <p:nvPr/>
        </p:nvCxnSpPr>
        <p:spPr>
          <a:xfrm>
            <a:off x="7735823" y="5742432"/>
            <a:ext cx="45721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Shape 206"/>
          <p:cNvSpPr/>
          <p:nvPr/>
        </p:nvSpPr>
        <p:spPr>
          <a:xfrm>
            <a:off x="7781544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9525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Text 207"/>
          <p:cNvSpPr txBox="1"/>
          <p:nvPr/>
        </p:nvSpPr>
        <p:spPr>
          <a:xfrm>
            <a:off x="7808975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H4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business UAT</a:t>
            </a:r>
          </a:p>
        </p:txBody>
      </p:sp>
      <p:cxnSp>
        <p:nvCxnSpPr>
          <p:cNvPr id="219" name="Arrow 208"/>
          <p:cNvCxnSpPr/>
          <p:nvPr/>
        </p:nvCxnSpPr>
        <p:spPr>
          <a:xfrm>
            <a:off x="8531352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Shape 209"/>
          <p:cNvSpPr/>
          <p:nvPr/>
        </p:nvSpPr>
        <p:spPr>
          <a:xfrm>
            <a:off x="8577072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Text 210"/>
          <p:cNvSpPr txBox="1"/>
          <p:nvPr/>
        </p:nvSpPr>
        <p:spPr>
          <a:xfrm>
            <a:off x="8604504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07 Prepare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Release · CAB pack</a:t>
            </a:r>
          </a:p>
        </p:txBody>
      </p:sp>
      <p:sp>
        <p:nvSpPr>
          <p:cNvPr id="222" name="Shape 211"/>
          <p:cNvSpPr/>
          <p:nvPr/>
        </p:nvSpPr>
        <p:spPr>
          <a:xfrm>
            <a:off x="8741664" y="5980176"/>
            <a:ext cx="420624" cy="146304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Text 212"/>
          <p:cNvSpPr txBox="1"/>
          <p:nvPr/>
        </p:nvSpPr>
        <p:spPr>
          <a:xfrm>
            <a:off x="8741664" y="598017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spc="120">
                <a:solidFill>
                  <a:srgbClr val="000000"/>
                </a:solidFill>
                <a:latin typeface="Trenda IG Text"/>
              </a:rPr>
              <a:t>EVALS</a:t>
            </a:r>
          </a:p>
        </p:txBody>
      </p:sp>
      <p:cxnSp>
        <p:nvCxnSpPr>
          <p:cNvPr id="224" name="Arrow 213"/>
          <p:cNvCxnSpPr/>
          <p:nvPr/>
        </p:nvCxnSpPr>
        <p:spPr>
          <a:xfrm>
            <a:off x="9326880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Shape 214"/>
          <p:cNvSpPr/>
          <p:nvPr/>
        </p:nvSpPr>
        <p:spPr>
          <a:xfrm>
            <a:off x="9372600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D700"/>
          </a:solidFill>
          <a:ln w="9525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 215"/>
          <p:cNvSpPr txBox="1"/>
          <p:nvPr/>
        </p:nvSpPr>
        <p:spPr>
          <a:xfrm>
            <a:off x="9400032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CAB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release owner</a:t>
            </a:r>
          </a:p>
        </p:txBody>
      </p:sp>
      <p:cxnSp>
        <p:nvCxnSpPr>
          <p:cNvPr id="227" name="Arrow 216"/>
          <p:cNvCxnSpPr/>
          <p:nvPr/>
        </p:nvCxnSpPr>
        <p:spPr>
          <a:xfrm>
            <a:off x="10122408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Shape 217"/>
          <p:cNvSpPr/>
          <p:nvPr/>
        </p:nvSpPr>
        <p:spPr>
          <a:xfrm>
            <a:off x="10168128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Text 218"/>
          <p:cNvSpPr txBox="1"/>
          <p:nvPr/>
        </p:nvSpPr>
        <p:spPr>
          <a:xfrm>
            <a:off x="10195560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08 Deploy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owning team</a:t>
            </a:r>
          </a:p>
        </p:txBody>
      </p:sp>
      <p:cxnSp>
        <p:nvCxnSpPr>
          <p:cNvPr id="230" name="Arrow 219"/>
          <p:cNvCxnSpPr/>
          <p:nvPr/>
        </p:nvCxnSpPr>
        <p:spPr>
          <a:xfrm>
            <a:off x="10917936" y="5742432"/>
            <a:ext cx="4572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Shape 220"/>
          <p:cNvSpPr/>
          <p:nvPr/>
        </p:nvSpPr>
        <p:spPr>
          <a:xfrm>
            <a:off x="10963656" y="5550408"/>
            <a:ext cx="749808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Text 221"/>
          <p:cNvSpPr txBox="1"/>
          <p:nvPr/>
        </p:nvSpPr>
        <p:spPr>
          <a:xfrm>
            <a:off x="10991088" y="5550408"/>
            <a:ext cx="6949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000000"/>
                </a:solidFill>
                <a:latin typeface="Trenda IG Text"/>
              </a:rPr>
              <a:t>09 Close</a:t>
            </a:r>
          </a:p>
          <a:p>
            <a:pPr algn="ctr"/>
            <a:r>
              <a:rPr sz="530" b="0" i="0">
                <a:solidFill>
                  <a:srgbClr val="2B2B2B"/>
                </a:solidFill>
                <a:latin typeface="Trenda IG Text"/>
              </a:rPr>
              <a:t>resync, Jira Done</a:t>
            </a:r>
          </a:p>
        </p:txBody>
      </p:sp>
      <p:sp>
        <p:nvSpPr>
          <p:cNvPr id="233" name="Text 222"/>
          <p:cNvSpPr txBox="1"/>
          <p:nvPr/>
        </p:nvSpPr>
        <p:spPr>
          <a:xfrm>
            <a:off x="411480" y="5980176"/>
            <a:ext cx="9601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50" b="1" i="0">
                <a:solidFill>
                  <a:srgbClr val="C9A800"/>
                </a:solidFill>
                <a:latin typeface="Trenda IG Text"/>
              </a:rPr>
              <a:t>EVALS</a:t>
            </a:r>
          </a:p>
        </p:txBody>
      </p:sp>
      <p:sp>
        <p:nvSpPr>
          <p:cNvPr id="234" name="Text 223"/>
          <p:cNvSpPr txBox="1"/>
          <p:nvPr/>
        </p:nvSpPr>
        <p:spPr>
          <a:xfrm>
            <a:off x="411480" y="61173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530" b="0" i="0">
                <a:solidFill>
                  <a:srgbClr val="595959"/>
                </a:solidFill>
                <a:latin typeface="Trenda IG Text"/>
              </a:rPr>
              <a:t>scored before it moves</a:t>
            </a:r>
          </a:p>
        </p:txBody>
      </p:sp>
      <p:grpSp>
        <p:nvGrpSpPr>
          <p:cNvPr id="235" name="Step 1 highlight"/>
          <p:cNvGrpSpPr/>
          <p:nvPr/>
        </p:nvGrpSpPr>
        <p:grpSpPr>
          <a:xfrm>
            <a:off x="365760" y="1115568"/>
            <a:ext cx="11457432" cy="5239512"/>
            <a:chOff x="365760" y="1115568"/>
            <a:chExt cx="11457432" cy="5239512"/>
          </a:xfrm>
        </p:grpSpPr>
        <p:sp>
          <p:nvSpPr>
            <p:cNvPr id="236" name="Shape 1"/>
            <p:cNvSpPr/>
            <p:nvPr/>
          </p:nvSpPr>
          <p:spPr>
            <a:xfrm>
              <a:off x="365760" y="1115568"/>
              <a:ext cx="11457432" cy="85039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7" name="Shape 2"/>
            <p:cNvSpPr/>
            <p:nvPr/>
          </p:nvSpPr>
          <p:spPr>
            <a:xfrm>
              <a:off x="365760" y="1965960"/>
              <a:ext cx="91439" cy="146304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8" name="Shape 3"/>
            <p:cNvSpPr/>
            <p:nvPr/>
          </p:nvSpPr>
          <p:spPr>
            <a:xfrm>
              <a:off x="2395728" y="1965960"/>
              <a:ext cx="9427463" cy="146304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9" name="Shape 4"/>
            <p:cNvSpPr/>
            <p:nvPr/>
          </p:nvSpPr>
          <p:spPr>
            <a:xfrm>
              <a:off x="365760" y="3429000"/>
              <a:ext cx="91439" cy="27431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0" name="Shape 5"/>
            <p:cNvSpPr/>
            <p:nvPr/>
          </p:nvSpPr>
          <p:spPr>
            <a:xfrm>
              <a:off x="2834640" y="3429000"/>
              <a:ext cx="8988552" cy="27431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1" name="Shape 6"/>
            <p:cNvSpPr/>
            <p:nvPr/>
          </p:nvSpPr>
          <p:spPr>
            <a:xfrm>
              <a:off x="365760" y="3703320"/>
              <a:ext cx="91439" cy="566928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2" name="Shape 7"/>
            <p:cNvSpPr/>
            <p:nvPr/>
          </p:nvSpPr>
          <p:spPr>
            <a:xfrm>
              <a:off x="2395728" y="3703320"/>
              <a:ext cx="9427463" cy="566928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3" name="Shape 8"/>
            <p:cNvSpPr/>
            <p:nvPr/>
          </p:nvSpPr>
          <p:spPr>
            <a:xfrm>
              <a:off x="365760" y="4270248"/>
              <a:ext cx="11457432" cy="208483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4" name="Shape 9"/>
            <p:cNvSpPr/>
            <p:nvPr/>
          </p:nvSpPr>
          <p:spPr>
            <a:xfrm>
              <a:off x="466344" y="1993392"/>
              <a:ext cx="1920240" cy="100584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5" name="Shape 10"/>
            <p:cNvSpPr/>
            <p:nvPr/>
          </p:nvSpPr>
          <p:spPr>
            <a:xfrm>
              <a:off x="466344" y="3163824"/>
              <a:ext cx="1920240" cy="109728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6" name="Shape 11"/>
            <p:cNvSpPr/>
            <p:nvPr/>
          </p:nvSpPr>
          <p:spPr>
            <a:xfrm>
              <a:off x="3063240" y="2057400"/>
              <a:ext cx="3749039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7" name="Text 12"/>
            <p:cNvSpPr txBox="1"/>
            <p:nvPr/>
          </p:nvSpPr>
          <p:spPr>
            <a:xfrm>
              <a:off x="3191256" y="2121408"/>
              <a:ext cx="3493007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1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START IN SALESFORCE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Story NS-1234: change an HFN validation rule. The Jira key, pod and design go in the LWC; Apex and a Named Credential reach the harness; Codex runs the ADLC skills.</a:t>
              </a:r>
            </a:p>
          </p:txBody>
        </p:sp>
      </p:grpSp>
      <p:grpSp>
        <p:nvGrpSpPr>
          <p:cNvPr id="248" name="Step 1 arrows"/>
          <p:cNvGrpSpPr/>
          <p:nvPr/>
        </p:nvGrpSpPr>
        <p:grpSpPr>
          <a:xfrm>
            <a:off x="1426464" y="2962656"/>
            <a:ext cx="1362456" cy="603504"/>
            <a:chOff x="1426464" y="2962656"/>
            <a:chExt cx="1362456" cy="603504"/>
          </a:xfrm>
        </p:grpSpPr>
        <p:cxnSp>
          <p:nvCxnSpPr>
            <p:cNvPr id="249" name="Arrow 1"/>
            <p:cNvCxnSpPr/>
            <p:nvPr/>
          </p:nvCxnSpPr>
          <p:spPr>
            <a:xfrm>
              <a:off x="1426464" y="2962656"/>
              <a:ext cx="0" cy="237744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Arrow 2"/>
            <p:cNvCxnSpPr/>
            <p:nvPr/>
          </p:nvCxnSpPr>
          <p:spPr>
            <a:xfrm>
              <a:off x="2350008" y="3566160"/>
              <a:ext cx="438912" cy="0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1" name="Step 2 highlight"/>
          <p:cNvGrpSpPr/>
          <p:nvPr/>
        </p:nvGrpSpPr>
        <p:grpSpPr>
          <a:xfrm>
            <a:off x="365760" y="1115568"/>
            <a:ext cx="11457432" cy="5239512"/>
            <a:chOff x="365760" y="1115568"/>
            <a:chExt cx="11457432" cy="5239512"/>
          </a:xfrm>
        </p:grpSpPr>
        <p:sp>
          <p:nvSpPr>
            <p:cNvPr id="252" name="Shape 1"/>
            <p:cNvSpPr/>
            <p:nvPr/>
          </p:nvSpPr>
          <p:spPr>
            <a:xfrm>
              <a:off x="365760" y="1115568"/>
              <a:ext cx="11457432" cy="18287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3" name="Shape 2"/>
            <p:cNvSpPr/>
            <p:nvPr/>
          </p:nvSpPr>
          <p:spPr>
            <a:xfrm>
              <a:off x="365760" y="1298448"/>
              <a:ext cx="2286000" cy="11887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4" name="Shape 3"/>
            <p:cNvSpPr/>
            <p:nvPr/>
          </p:nvSpPr>
          <p:spPr>
            <a:xfrm>
              <a:off x="9409176" y="1298448"/>
              <a:ext cx="2414016" cy="11887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5" name="Shape 4"/>
            <p:cNvSpPr/>
            <p:nvPr/>
          </p:nvSpPr>
          <p:spPr>
            <a:xfrm>
              <a:off x="365760" y="1417320"/>
              <a:ext cx="2286000" cy="114299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6" name="Shape 5"/>
            <p:cNvSpPr/>
            <p:nvPr/>
          </p:nvSpPr>
          <p:spPr>
            <a:xfrm>
              <a:off x="9409176" y="1417320"/>
              <a:ext cx="192024" cy="114299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7" name="Shape 6"/>
            <p:cNvSpPr/>
            <p:nvPr/>
          </p:nvSpPr>
          <p:spPr>
            <a:xfrm>
              <a:off x="11777472" y="1417320"/>
              <a:ext cx="45720" cy="114299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8" name="Shape 7"/>
            <p:cNvSpPr/>
            <p:nvPr/>
          </p:nvSpPr>
          <p:spPr>
            <a:xfrm>
              <a:off x="365760" y="2560320"/>
              <a:ext cx="9235440" cy="32004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9" name="Shape 8"/>
            <p:cNvSpPr/>
            <p:nvPr/>
          </p:nvSpPr>
          <p:spPr>
            <a:xfrm>
              <a:off x="11777472" y="2560320"/>
              <a:ext cx="45720" cy="32004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0" name="Shape 9"/>
            <p:cNvSpPr/>
            <p:nvPr/>
          </p:nvSpPr>
          <p:spPr>
            <a:xfrm>
              <a:off x="365760" y="2880360"/>
              <a:ext cx="11457432" cy="347472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1" name="Shape 10"/>
            <p:cNvSpPr/>
            <p:nvPr/>
          </p:nvSpPr>
          <p:spPr>
            <a:xfrm>
              <a:off x="2660904" y="1307592"/>
              <a:ext cx="6739128" cy="1243584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2" name="Shape 11"/>
            <p:cNvSpPr/>
            <p:nvPr/>
          </p:nvSpPr>
          <p:spPr>
            <a:xfrm>
              <a:off x="9564624" y="1426464"/>
              <a:ext cx="2249424" cy="14904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3" name="Shape 12"/>
            <p:cNvSpPr/>
            <p:nvPr/>
          </p:nvSpPr>
          <p:spPr>
            <a:xfrm>
              <a:off x="2743200" y="3108960"/>
              <a:ext cx="420624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4" name="Text 13"/>
            <p:cNvSpPr txBox="1"/>
            <p:nvPr/>
          </p:nvSpPr>
          <p:spPr>
            <a:xfrm>
              <a:off x="2871216" y="3172968"/>
              <a:ext cx="3950207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2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CONTEXT FIRST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Before any code, agents ask the knowledge graph what exists, what it touches and who owns it. Read-only connectors, cited facts, a bounded slice, never an org dump.</a:t>
              </a:r>
            </a:p>
          </p:txBody>
        </p:sp>
      </p:grpSp>
      <p:grpSp>
        <p:nvGrpSpPr>
          <p:cNvPr id="265" name="Step 2 arrows"/>
          <p:cNvGrpSpPr/>
          <p:nvPr/>
        </p:nvGrpSpPr>
        <p:grpSpPr>
          <a:xfrm>
            <a:off x="5001768" y="2011680"/>
            <a:ext cx="4599432" cy="841248"/>
            <a:chOff x="5001768" y="2011680"/>
            <a:chExt cx="4599432" cy="841248"/>
          </a:xfrm>
        </p:grpSpPr>
        <p:cxnSp>
          <p:nvCxnSpPr>
            <p:cNvPr id="266" name="Arrow 1"/>
            <p:cNvCxnSpPr/>
            <p:nvPr/>
          </p:nvCxnSpPr>
          <p:spPr>
            <a:xfrm flipV="1">
              <a:off x="5001768" y="2423160"/>
              <a:ext cx="0" cy="429768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Arrow 2"/>
            <p:cNvCxnSpPr/>
            <p:nvPr/>
          </p:nvCxnSpPr>
          <p:spPr>
            <a:xfrm flipH="1">
              <a:off x="9363456" y="2011680"/>
              <a:ext cx="237744" cy="0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Step 3 highlight"/>
          <p:cNvGrpSpPr/>
          <p:nvPr/>
        </p:nvGrpSpPr>
        <p:grpSpPr>
          <a:xfrm>
            <a:off x="365760" y="1115568"/>
            <a:ext cx="11457432" cy="5239512"/>
            <a:chOff x="365760" y="1115568"/>
            <a:chExt cx="11457432" cy="5239512"/>
          </a:xfrm>
        </p:grpSpPr>
        <p:sp>
          <p:nvSpPr>
            <p:cNvPr id="269" name="Shape 1"/>
            <p:cNvSpPr/>
            <p:nvPr/>
          </p:nvSpPr>
          <p:spPr>
            <a:xfrm>
              <a:off x="365760" y="1115568"/>
              <a:ext cx="11457432" cy="164592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0" name="Shape 2"/>
            <p:cNvSpPr/>
            <p:nvPr/>
          </p:nvSpPr>
          <p:spPr>
            <a:xfrm>
              <a:off x="365760" y="2761488"/>
              <a:ext cx="2359152" cy="109727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1" name="Shape 3"/>
            <p:cNvSpPr/>
            <p:nvPr/>
          </p:nvSpPr>
          <p:spPr>
            <a:xfrm>
              <a:off x="7251192" y="2761488"/>
              <a:ext cx="4572000" cy="1097279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2" name="Shape 4"/>
            <p:cNvSpPr/>
            <p:nvPr/>
          </p:nvSpPr>
          <p:spPr>
            <a:xfrm>
              <a:off x="365760" y="3858768"/>
              <a:ext cx="11457432" cy="249631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3" name="Shape 5"/>
            <p:cNvSpPr/>
            <p:nvPr/>
          </p:nvSpPr>
          <p:spPr>
            <a:xfrm>
              <a:off x="2752344" y="2816352"/>
              <a:ext cx="1737360" cy="10332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4" name="Shape 6"/>
            <p:cNvSpPr/>
            <p:nvPr/>
          </p:nvSpPr>
          <p:spPr>
            <a:xfrm>
              <a:off x="4507992" y="2816352"/>
              <a:ext cx="2724912" cy="10332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5" name="Shape 7"/>
            <p:cNvSpPr/>
            <p:nvPr/>
          </p:nvSpPr>
          <p:spPr>
            <a:xfrm>
              <a:off x="2743200" y="3977639"/>
              <a:ext cx="443484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6" name="Text 8"/>
            <p:cNvSpPr txBox="1"/>
            <p:nvPr/>
          </p:nvSpPr>
          <p:spPr>
            <a:xfrm>
              <a:off x="2871216" y="4041648"/>
              <a:ext cx="4178807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3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ORCHESTRATED, STEP BY STEP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Cloud Workflows coordinates the story. One agent job per step: requirements, design, build, review, test, release. Checkpoints mean a failed run resumes where it stopped.</a:t>
              </a:r>
            </a:p>
          </p:txBody>
        </p:sp>
      </p:grpSp>
      <p:grpSp>
        <p:nvGrpSpPr>
          <p:cNvPr id="277" name="Step 3 arrows"/>
          <p:cNvGrpSpPr/>
          <p:nvPr/>
        </p:nvGrpSpPr>
        <p:grpSpPr>
          <a:xfrm>
            <a:off x="4453128" y="3310128"/>
            <a:ext cx="91440" cy="0"/>
            <a:chOff x="4453128" y="3310128"/>
            <a:chExt cx="91440" cy="0"/>
          </a:xfrm>
        </p:grpSpPr>
        <p:cxnSp>
          <p:nvCxnSpPr>
            <p:cNvPr id="278" name="Arrow 1"/>
            <p:cNvCxnSpPr/>
            <p:nvPr/>
          </p:nvCxnSpPr>
          <p:spPr>
            <a:xfrm>
              <a:off x="4453128" y="3310128"/>
              <a:ext cx="91440" cy="0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9" name="Step 4 highlight"/>
          <p:cNvGrpSpPr/>
          <p:nvPr/>
        </p:nvGrpSpPr>
        <p:grpSpPr>
          <a:xfrm>
            <a:off x="365760" y="1115568"/>
            <a:ext cx="11457432" cy="5239511"/>
            <a:chOff x="365760" y="1115568"/>
            <a:chExt cx="11457432" cy="5239511"/>
          </a:xfrm>
        </p:grpSpPr>
        <p:sp>
          <p:nvSpPr>
            <p:cNvPr id="280" name="Shape 1"/>
            <p:cNvSpPr/>
            <p:nvPr/>
          </p:nvSpPr>
          <p:spPr>
            <a:xfrm>
              <a:off x="365760" y="1115568"/>
              <a:ext cx="11457432" cy="164592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1" name="Shape 2"/>
            <p:cNvSpPr/>
            <p:nvPr/>
          </p:nvSpPr>
          <p:spPr>
            <a:xfrm>
              <a:off x="365760" y="2761488"/>
              <a:ext cx="4133087" cy="14630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2" name="Shape 3"/>
            <p:cNvSpPr/>
            <p:nvPr/>
          </p:nvSpPr>
          <p:spPr>
            <a:xfrm>
              <a:off x="9317736" y="2761488"/>
              <a:ext cx="2505456" cy="14630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3" name="Shape 4"/>
            <p:cNvSpPr/>
            <p:nvPr/>
          </p:nvSpPr>
          <p:spPr>
            <a:xfrm>
              <a:off x="365760" y="2907792"/>
              <a:ext cx="4133087" cy="1591055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4" name="Shape 5"/>
            <p:cNvSpPr/>
            <p:nvPr/>
          </p:nvSpPr>
          <p:spPr>
            <a:xfrm>
              <a:off x="9317736" y="2907792"/>
              <a:ext cx="283464" cy="1591055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5" name="Shape 6"/>
            <p:cNvSpPr/>
            <p:nvPr/>
          </p:nvSpPr>
          <p:spPr>
            <a:xfrm>
              <a:off x="11777472" y="2907792"/>
              <a:ext cx="45720" cy="1591055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6" name="Shape 7"/>
            <p:cNvSpPr/>
            <p:nvPr/>
          </p:nvSpPr>
          <p:spPr>
            <a:xfrm>
              <a:off x="365760" y="4498848"/>
              <a:ext cx="9235440" cy="42062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7" name="Shape 8"/>
            <p:cNvSpPr/>
            <p:nvPr/>
          </p:nvSpPr>
          <p:spPr>
            <a:xfrm>
              <a:off x="11777472" y="4498848"/>
              <a:ext cx="45720" cy="42062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8" name="Shape 9"/>
            <p:cNvSpPr/>
            <p:nvPr/>
          </p:nvSpPr>
          <p:spPr>
            <a:xfrm>
              <a:off x="365760" y="4919472"/>
              <a:ext cx="11457432" cy="1435607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9" name="Shape 10"/>
            <p:cNvSpPr/>
            <p:nvPr/>
          </p:nvSpPr>
          <p:spPr>
            <a:xfrm>
              <a:off x="7251192" y="2816352"/>
              <a:ext cx="2057400" cy="64008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0" name="Shape 11"/>
            <p:cNvSpPr/>
            <p:nvPr/>
          </p:nvSpPr>
          <p:spPr>
            <a:xfrm>
              <a:off x="7251192" y="3456432"/>
              <a:ext cx="2057400" cy="10332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1" name="Shape 12"/>
            <p:cNvSpPr/>
            <p:nvPr/>
          </p:nvSpPr>
          <p:spPr>
            <a:xfrm>
              <a:off x="9564624" y="2889504"/>
              <a:ext cx="2249424" cy="203911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2" name="Shape 13"/>
            <p:cNvSpPr/>
            <p:nvPr/>
          </p:nvSpPr>
          <p:spPr>
            <a:xfrm>
              <a:off x="457200" y="2880360"/>
              <a:ext cx="393192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3" name="Text 14"/>
            <p:cNvSpPr txBox="1"/>
            <p:nvPr/>
          </p:nvSpPr>
          <p:spPr>
            <a:xfrm>
              <a:off x="585216" y="2944368"/>
              <a:ext cx="3675887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4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ACT ONLY THROUGH THE GATEWAY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Git, Salesforce and Copado are touched only through the MCP gateway, with the identity allowed for that step. The Change Guardian checks cross-pod ownership and impact.</a:t>
              </a:r>
            </a:p>
          </p:txBody>
        </p:sp>
      </p:grpSp>
      <p:grpSp>
        <p:nvGrpSpPr>
          <p:cNvPr id="294" name="Step 4 arrows"/>
          <p:cNvGrpSpPr/>
          <p:nvPr/>
        </p:nvGrpSpPr>
        <p:grpSpPr>
          <a:xfrm>
            <a:off x="7196328" y="3767328"/>
            <a:ext cx="2404872" cy="182880"/>
            <a:chOff x="7196328" y="3767328"/>
            <a:chExt cx="2404872" cy="182880"/>
          </a:xfrm>
        </p:grpSpPr>
        <p:cxnSp>
          <p:nvCxnSpPr>
            <p:cNvPr id="295" name="Arrow 1"/>
            <p:cNvCxnSpPr/>
            <p:nvPr/>
          </p:nvCxnSpPr>
          <p:spPr>
            <a:xfrm>
              <a:off x="7196328" y="3767328"/>
              <a:ext cx="91440" cy="0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Arrow 2"/>
            <p:cNvCxnSpPr/>
            <p:nvPr/>
          </p:nvCxnSpPr>
          <p:spPr>
            <a:xfrm>
              <a:off x="9272016" y="3950208"/>
              <a:ext cx="329184" cy="0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7" name="Step 5 highlight"/>
          <p:cNvGrpSpPr/>
          <p:nvPr/>
        </p:nvGrpSpPr>
        <p:grpSpPr>
          <a:xfrm>
            <a:off x="365760" y="1115568"/>
            <a:ext cx="11457432" cy="5239512"/>
            <a:chOff x="365760" y="1115568"/>
            <a:chExt cx="11457432" cy="5239512"/>
          </a:xfrm>
        </p:grpSpPr>
        <p:sp>
          <p:nvSpPr>
            <p:cNvPr id="298" name="Shape 1"/>
            <p:cNvSpPr/>
            <p:nvPr/>
          </p:nvSpPr>
          <p:spPr>
            <a:xfrm>
              <a:off x="365760" y="1115568"/>
              <a:ext cx="11457432" cy="164592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9" name="Shape 2"/>
            <p:cNvSpPr/>
            <p:nvPr/>
          </p:nvSpPr>
          <p:spPr>
            <a:xfrm>
              <a:off x="365760" y="2761488"/>
              <a:ext cx="2359152" cy="173736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0" name="Shape 3"/>
            <p:cNvSpPr/>
            <p:nvPr/>
          </p:nvSpPr>
          <p:spPr>
            <a:xfrm>
              <a:off x="7251192" y="2761488"/>
              <a:ext cx="4572000" cy="173736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1" name="Shape 4"/>
            <p:cNvSpPr/>
            <p:nvPr/>
          </p:nvSpPr>
          <p:spPr>
            <a:xfrm>
              <a:off x="365760" y="4498848"/>
              <a:ext cx="11457432" cy="185623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2" name="Shape 5"/>
            <p:cNvSpPr/>
            <p:nvPr/>
          </p:nvSpPr>
          <p:spPr>
            <a:xfrm>
              <a:off x="4507992" y="3849624"/>
              <a:ext cx="2724912" cy="64008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3" name="Shape 6"/>
            <p:cNvSpPr/>
            <p:nvPr/>
          </p:nvSpPr>
          <p:spPr>
            <a:xfrm>
              <a:off x="2752344" y="3849624"/>
              <a:ext cx="1737360" cy="64008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4" name="Shape 7"/>
            <p:cNvSpPr/>
            <p:nvPr/>
          </p:nvSpPr>
          <p:spPr>
            <a:xfrm>
              <a:off x="7406640" y="2834640"/>
              <a:ext cx="429768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5" name="Text 8"/>
            <p:cNvSpPr txBox="1"/>
            <p:nvPr/>
          </p:nvSpPr>
          <p:spPr>
            <a:xfrm>
              <a:off x="7534656" y="2898648"/>
              <a:ext cx="4041648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5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EVALS ON EVERY STEP: PASS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Every output is scored before it moves on. A pass goes to the gate, where people see the evidence and the eval scores, and approve.</a:t>
              </a:r>
            </a:p>
          </p:txBody>
        </p:sp>
      </p:grpSp>
      <p:grpSp>
        <p:nvGrpSpPr>
          <p:cNvPr id="306" name="Step 5 arrows"/>
          <p:cNvGrpSpPr/>
          <p:nvPr/>
        </p:nvGrpSpPr>
        <p:grpSpPr>
          <a:xfrm>
            <a:off x="4069080" y="3685032"/>
            <a:ext cx="1801368" cy="484631"/>
            <a:chOff x="4069080" y="3685032"/>
            <a:chExt cx="1801368" cy="484631"/>
          </a:xfrm>
        </p:grpSpPr>
        <p:cxnSp>
          <p:nvCxnSpPr>
            <p:cNvPr id="307" name="Arrow 1"/>
            <p:cNvCxnSpPr/>
            <p:nvPr/>
          </p:nvCxnSpPr>
          <p:spPr>
            <a:xfrm>
              <a:off x="5870448" y="3813048"/>
              <a:ext cx="0" cy="73152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Arrow 2"/>
            <p:cNvCxnSpPr/>
            <p:nvPr/>
          </p:nvCxnSpPr>
          <p:spPr>
            <a:xfrm flipH="1">
              <a:off x="4453128" y="4169663"/>
              <a:ext cx="91440" cy="0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Shape 3"/>
            <p:cNvSpPr/>
            <p:nvPr/>
          </p:nvSpPr>
          <p:spPr>
            <a:xfrm>
              <a:off x="4069080" y="3685032"/>
              <a:ext cx="868680" cy="182880"/>
            </a:xfrm>
            <a:prstGeom prst="roundRect">
              <a:avLst>
                <a:gd name="adj" fmla="val 50000"/>
              </a:avLst>
            </a:prstGeom>
            <a:solidFill>
              <a:srgbClr val="2E9E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0" name="Text 4"/>
            <p:cNvSpPr txBox="1"/>
            <p:nvPr/>
          </p:nvSpPr>
          <p:spPr>
            <a:xfrm>
              <a:off x="4069080" y="3685032"/>
              <a:ext cx="86868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650" b="1" i="0" spc="60">
                  <a:solidFill>
                    <a:srgbClr val="FFFFFF"/>
                  </a:solidFill>
                  <a:latin typeface="Trenda IG Text"/>
                </a:rPr>
                <a:t>PASS → GATE</a:t>
              </a:r>
            </a:p>
          </p:txBody>
        </p:sp>
      </p:grpSp>
      <p:grpSp>
        <p:nvGrpSpPr>
          <p:cNvPr id="311" name="Step 6 highlight"/>
          <p:cNvGrpSpPr/>
          <p:nvPr/>
        </p:nvGrpSpPr>
        <p:grpSpPr>
          <a:xfrm>
            <a:off x="365760" y="1115568"/>
            <a:ext cx="11457432" cy="5239512"/>
            <a:chOff x="365760" y="1115568"/>
            <a:chExt cx="11457432" cy="5239512"/>
          </a:xfrm>
        </p:grpSpPr>
        <p:sp>
          <p:nvSpPr>
            <p:cNvPr id="312" name="Shape 1"/>
            <p:cNvSpPr/>
            <p:nvPr/>
          </p:nvSpPr>
          <p:spPr>
            <a:xfrm>
              <a:off x="365760" y="1115568"/>
              <a:ext cx="11457432" cy="164592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3" name="Shape 2"/>
            <p:cNvSpPr/>
            <p:nvPr/>
          </p:nvSpPr>
          <p:spPr>
            <a:xfrm>
              <a:off x="365760" y="2761488"/>
              <a:ext cx="2359152" cy="173736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4" name="Shape 3"/>
            <p:cNvSpPr/>
            <p:nvPr/>
          </p:nvSpPr>
          <p:spPr>
            <a:xfrm>
              <a:off x="7251192" y="2761488"/>
              <a:ext cx="4572000" cy="173736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5" name="Shape 4"/>
            <p:cNvSpPr/>
            <p:nvPr/>
          </p:nvSpPr>
          <p:spPr>
            <a:xfrm>
              <a:off x="365760" y="4498848"/>
              <a:ext cx="11457432" cy="185623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6" name="Shape 5"/>
            <p:cNvSpPr/>
            <p:nvPr/>
          </p:nvSpPr>
          <p:spPr>
            <a:xfrm>
              <a:off x="4507992" y="3849624"/>
              <a:ext cx="2724912" cy="64008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7" name="Shape 6"/>
            <p:cNvSpPr/>
            <p:nvPr/>
          </p:nvSpPr>
          <p:spPr>
            <a:xfrm>
              <a:off x="4507992" y="2816352"/>
              <a:ext cx="2724912" cy="10332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8" name="Shape 7"/>
            <p:cNvSpPr/>
            <p:nvPr/>
          </p:nvSpPr>
          <p:spPr>
            <a:xfrm>
              <a:off x="7406640" y="1965960"/>
              <a:ext cx="429768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9" name="Text 8"/>
            <p:cNvSpPr txBox="1"/>
            <p:nvPr/>
          </p:nvSpPr>
          <p:spPr>
            <a:xfrm>
              <a:off x="7534656" y="2029967"/>
              <a:ext cx="4041648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6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FAIL: A BOUNDED RETRY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A failed check goes back to the agent with the reason, at most five times. Then the step stops, nothing is released, and a named owner takes over. No infinite loops.</a:t>
              </a:r>
            </a:p>
          </p:txBody>
        </p:sp>
      </p:grpSp>
      <p:grpSp>
        <p:nvGrpSpPr>
          <p:cNvPr id="320" name="Step 6 arrows"/>
          <p:cNvGrpSpPr/>
          <p:nvPr/>
        </p:nvGrpSpPr>
        <p:grpSpPr>
          <a:xfrm>
            <a:off x="4892040" y="3310128"/>
            <a:ext cx="3959352" cy="1499616"/>
            <a:chOff x="4892040" y="3310128"/>
            <a:chExt cx="3959352" cy="1499616"/>
          </a:xfrm>
        </p:grpSpPr>
        <p:cxnSp>
          <p:nvCxnSpPr>
            <p:cNvPr id="321" name="Arrow 1"/>
            <p:cNvCxnSpPr/>
            <p:nvPr/>
          </p:nvCxnSpPr>
          <p:spPr>
            <a:xfrm>
              <a:off x="7196328" y="4169663"/>
              <a:ext cx="393192" cy="0"/>
            </a:xfrm>
            <a:prstGeom prst="line">
              <a:avLst/>
            </a:prstGeom>
            <a:ln w="38100">
              <a:solidFill>
                <a:srgbClr val="FF006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Arrow 2"/>
            <p:cNvCxnSpPr/>
            <p:nvPr/>
          </p:nvCxnSpPr>
          <p:spPr>
            <a:xfrm flipV="1">
              <a:off x="7589520" y="3310128"/>
              <a:ext cx="0" cy="859535"/>
            </a:xfrm>
            <a:prstGeom prst="line">
              <a:avLst/>
            </a:prstGeom>
            <a:ln w="38100">
              <a:solidFill>
                <a:srgbClr val="FF006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Arrow 3"/>
            <p:cNvCxnSpPr/>
            <p:nvPr/>
          </p:nvCxnSpPr>
          <p:spPr>
            <a:xfrm flipH="1">
              <a:off x="7196328" y="3310128"/>
              <a:ext cx="393192" cy="0"/>
            </a:xfrm>
            <a:prstGeom prst="line">
              <a:avLst/>
            </a:prstGeom>
            <a:ln w="38100">
              <a:solidFill>
                <a:srgbClr val="FF006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Arrow 4"/>
            <p:cNvCxnSpPr/>
            <p:nvPr/>
          </p:nvCxnSpPr>
          <p:spPr>
            <a:xfrm>
              <a:off x="5870448" y="4453128"/>
              <a:ext cx="0" cy="164592"/>
            </a:xfrm>
            <a:prstGeom prst="line">
              <a:avLst/>
            </a:prstGeom>
            <a:ln w="38100">
              <a:solidFill>
                <a:srgbClr val="FF006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Shape 5"/>
            <p:cNvSpPr/>
            <p:nvPr/>
          </p:nvSpPr>
          <p:spPr>
            <a:xfrm>
              <a:off x="7662672" y="3611880"/>
              <a:ext cx="1188720" cy="182880"/>
            </a:xfrm>
            <a:prstGeom prst="roundRect">
              <a:avLst>
                <a:gd name="adj" fmla="val 50000"/>
              </a:avLst>
            </a:prstGeom>
            <a:solidFill>
              <a:srgbClr val="FF006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6" name="Text 6"/>
            <p:cNvSpPr txBox="1"/>
            <p:nvPr/>
          </p:nvSpPr>
          <p:spPr>
            <a:xfrm>
              <a:off x="7662672" y="3611880"/>
              <a:ext cx="118872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650" b="1" i="0" spc="60">
                  <a:solidFill>
                    <a:srgbClr val="FFFFFF"/>
                  </a:solidFill>
                  <a:latin typeface="Trenda IG Text"/>
                </a:rPr>
                <a:t>FAIL · RETRY ≤ 5</a:t>
              </a:r>
            </a:p>
          </p:txBody>
        </p:sp>
        <p:sp>
          <p:nvSpPr>
            <p:cNvPr id="327" name="Shape 7"/>
            <p:cNvSpPr/>
            <p:nvPr/>
          </p:nvSpPr>
          <p:spPr>
            <a:xfrm>
              <a:off x="4892040" y="4626864"/>
              <a:ext cx="1965960" cy="182880"/>
            </a:xfrm>
            <a:prstGeom prst="roundRect">
              <a:avLst>
                <a:gd name="adj" fmla="val 50000"/>
              </a:avLst>
            </a:prstGeom>
            <a:solidFill>
              <a:srgbClr val="FF006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8" name="Text 8"/>
            <p:cNvSpPr txBox="1"/>
            <p:nvPr/>
          </p:nvSpPr>
          <p:spPr>
            <a:xfrm>
              <a:off x="4892040" y="4626864"/>
              <a:ext cx="1965960" cy="1828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650" b="1" i="0" spc="60">
                  <a:solidFill>
                    <a:srgbClr val="FFFFFF"/>
                  </a:solidFill>
                  <a:latin typeface="Trenda IG Text"/>
                </a:rPr>
                <a:t>AFTER 5 → NAMED OWNER</a:t>
              </a:r>
            </a:p>
          </p:txBody>
        </p:sp>
      </p:grpSp>
      <p:grpSp>
        <p:nvGrpSpPr>
          <p:cNvPr id="329" name="Step 7 highlight"/>
          <p:cNvGrpSpPr/>
          <p:nvPr/>
        </p:nvGrpSpPr>
        <p:grpSpPr>
          <a:xfrm>
            <a:off x="365760" y="1115568"/>
            <a:ext cx="11457432" cy="5239511"/>
            <a:chOff x="365760" y="1115568"/>
            <a:chExt cx="11457432" cy="5239511"/>
          </a:xfrm>
        </p:grpSpPr>
        <p:sp>
          <p:nvSpPr>
            <p:cNvPr id="330" name="Shape 1"/>
            <p:cNvSpPr/>
            <p:nvPr/>
          </p:nvSpPr>
          <p:spPr>
            <a:xfrm>
              <a:off x="365760" y="1115568"/>
              <a:ext cx="11457432" cy="373075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1" name="Shape 2"/>
            <p:cNvSpPr/>
            <p:nvPr/>
          </p:nvSpPr>
          <p:spPr>
            <a:xfrm>
              <a:off x="365760" y="4846320"/>
              <a:ext cx="9281160" cy="60350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2" name="Shape 3"/>
            <p:cNvSpPr/>
            <p:nvPr/>
          </p:nvSpPr>
          <p:spPr>
            <a:xfrm>
              <a:off x="11731752" y="4846320"/>
              <a:ext cx="91439" cy="60350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3" name="Shape 4"/>
            <p:cNvSpPr/>
            <p:nvPr/>
          </p:nvSpPr>
          <p:spPr>
            <a:xfrm>
              <a:off x="365760" y="5449824"/>
              <a:ext cx="11457432" cy="54863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4" name="Shape 5"/>
            <p:cNvSpPr/>
            <p:nvPr/>
          </p:nvSpPr>
          <p:spPr>
            <a:xfrm>
              <a:off x="365760" y="5504688"/>
              <a:ext cx="1005840" cy="475487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5" name="Shape 6"/>
            <p:cNvSpPr/>
            <p:nvPr/>
          </p:nvSpPr>
          <p:spPr>
            <a:xfrm>
              <a:off x="11777472" y="5504688"/>
              <a:ext cx="45719" cy="475487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6" name="Shape 7"/>
            <p:cNvSpPr/>
            <p:nvPr/>
          </p:nvSpPr>
          <p:spPr>
            <a:xfrm>
              <a:off x="365760" y="5980175"/>
              <a:ext cx="11457432" cy="374904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7" name="Shape 8"/>
            <p:cNvSpPr/>
            <p:nvPr/>
          </p:nvSpPr>
          <p:spPr>
            <a:xfrm>
              <a:off x="2176272" y="5513832"/>
              <a:ext cx="822959" cy="45720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8" name="Shape 9"/>
            <p:cNvSpPr/>
            <p:nvPr/>
          </p:nvSpPr>
          <p:spPr>
            <a:xfrm>
              <a:off x="3767328" y="5513832"/>
              <a:ext cx="822959" cy="45720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9" name="Shape 10"/>
            <p:cNvSpPr/>
            <p:nvPr/>
          </p:nvSpPr>
          <p:spPr>
            <a:xfrm>
              <a:off x="6153912" y="5513832"/>
              <a:ext cx="822959" cy="45720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0" name="Shape 11"/>
            <p:cNvSpPr/>
            <p:nvPr/>
          </p:nvSpPr>
          <p:spPr>
            <a:xfrm>
              <a:off x="7744968" y="5513832"/>
              <a:ext cx="822959" cy="45720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1" name="Shape 12"/>
            <p:cNvSpPr/>
            <p:nvPr/>
          </p:nvSpPr>
          <p:spPr>
            <a:xfrm>
              <a:off x="9336024" y="5513832"/>
              <a:ext cx="822959" cy="45720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2" name="Shape 13"/>
            <p:cNvSpPr/>
            <p:nvPr/>
          </p:nvSpPr>
          <p:spPr>
            <a:xfrm>
              <a:off x="10131552" y="5513832"/>
              <a:ext cx="822959" cy="457200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3" name="Shape 14"/>
            <p:cNvSpPr/>
            <p:nvPr/>
          </p:nvSpPr>
          <p:spPr>
            <a:xfrm>
              <a:off x="9656064" y="4864608"/>
              <a:ext cx="2066544" cy="5760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4" name="Shape 15"/>
            <p:cNvSpPr/>
            <p:nvPr/>
          </p:nvSpPr>
          <p:spPr>
            <a:xfrm>
              <a:off x="2697480" y="4754880"/>
              <a:ext cx="630936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5" name="Text 16"/>
            <p:cNvSpPr txBox="1"/>
            <p:nvPr/>
          </p:nvSpPr>
          <p:spPr>
            <a:xfrm>
              <a:off x="2825496" y="4818888"/>
              <a:ext cx="6053328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7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PEOPLE APPROVE, THE OWNING TEAM DEPLOYS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People approve requirements, architecture, review and UAT. CAB still controls the release, and the owning team, not an agent, deploys to production.</a:t>
              </a:r>
            </a:p>
          </p:txBody>
        </p:sp>
      </p:grpSp>
      <p:grpSp>
        <p:nvGrpSpPr>
          <p:cNvPr id="346" name="Step 7 arrows"/>
          <p:cNvGrpSpPr/>
          <p:nvPr/>
        </p:nvGrpSpPr>
        <p:grpSpPr>
          <a:xfrm>
            <a:off x="10543032" y="5404104"/>
            <a:ext cx="0" cy="146304"/>
            <a:chOff x="10543032" y="5404104"/>
            <a:chExt cx="0" cy="146304"/>
          </a:xfrm>
        </p:grpSpPr>
        <p:cxnSp>
          <p:nvCxnSpPr>
            <p:cNvPr id="347" name="Arrow 1"/>
            <p:cNvCxnSpPr/>
            <p:nvPr/>
          </p:nvCxnSpPr>
          <p:spPr>
            <a:xfrm flipV="1">
              <a:off x="10543032" y="5404104"/>
              <a:ext cx="0" cy="146304"/>
            </a:xfrm>
            <a:prstGeom prst="line">
              <a:avLst/>
            </a:prstGeom>
            <a:ln w="38100">
              <a:solidFill>
                <a:srgbClr val="FA8B35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8" name="Step 8 highlight"/>
          <p:cNvGrpSpPr/>
          <p:nvPr/>
        </p:nvGrpSpPr>
        <p:grpSpPr>
          <a:xfrm>
            <a:off x="365760" y="1115568"/>
            <a:ext cx="11457432" cy="5239512"/>
            <a:chOff x="365760" y="1115568"/>
            <a:chExt cx="11457432" cy="5239512"/>
          </a:xfrm>
        </p:grpSpPr>
        <p:sp>
          <p:nvSpPr>
            <p:cNvPr id="349" name="Shape 1"/>
            <p:cNvSpPr/>
            <p:nvPr/>
          </p:nvSpPr>
          <p:spPr>
            <a:xfrm>
              <a:off x="365760" y="1115568"/>
              <a:ext cx="11457432" cy="347472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0" name="Shape 2"/>
            <p:cNvSpPr/>
            <p:nvPr/>
          </p:nvSpPr>
          <p:spPr>
            <a:xfrm>
              <a:off x="365760" y="4590288"/>
              <a:ext cx="4663440" cy="82296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1" name="Shape 3"/>
            <p:cNvSpPr/>
            <p:nvPr/>
          </p:nvSpPr>
          <p:spPr>
            <a:xfrm>
              <a:off x="7909560" y="4590288"/>
              <a:ext cx="3913631" cy="822960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2" name="Shape 4"/>
            <p:cNvSpPr/>
            <p:nvPr/>
          </p:nvSpPr>
          <p:spPr>
            <a:xfrm>
              <a:off x="365760" y="5413248"/>
              <a:ext cx="11457432" cy="941832"/>
            </a:xfrm>
            <a:prstGeom prst="rect">
              <a:avLst/>
            </a:prstGeom>
            <a:solidFill>
              <a:srgbClr val="FFFFF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3" name="Shape 5"/>
            <p:cNvSpPr/>
            <p:nvPr/>
          </p:nvSpPr>
          <p:spPr>
            <a:xfrm>
              <a:off x="5038344" y="4599432"/>
              <a:ext cx="1536192" cy="8046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4" name="Shape 6"/>
            <p:cNvSpPr/>
            <p:nvPr/>
          </p:nvSpPr>
          <p:spPr>
            <a:xfrm>
              <a:off x="6592824" y="4599432"/>
              <a:ext cx="1307592" cy="804672"/>
            </a:xfrm>
            <a:prstGeom prst="roundRect">
              <a:avLst>
                <a:gd name="adj" fmla="val 8000"/>
              </a:avLst>
            </a:prstGeom>
            <a:noFill/>
            <a:ln w="381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5" name="Shape 7"/>
            <p:cNvSpPr/>
            <p:nvPr/>
          </p:nvSpPr>
          <p:spPr>
            <a:xfrm>
              <a:off x="4206240" y="3931920"/>
              <a:ext cx="4754880" cy="658368"/>
            </a:xfrm>
            <a:prstGeom prst="roundRect">
              <a:avLst>
                <a:gd name="adj" fmla="val 12000"/>
              </a:avLst>
            </a:prstGeom>
            <a:solidFill>
              <a:srgbClr val="000000"/>
            </a:solidFill>
            <a:ln w="12700">
              <a:solidFill>
                <a:srgbClr val="FA8B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6" name="Text 8"/>
            <p:cNvSpPr txBox="1"/>
            <p:nvPr/>
          </p:nvSpPr>
          <p:spPr>
            <a:xfrm>
              <a:off x="4334255" y="3995928"/>
              <a:ext cx="4498848" cy="5669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>
                <a:spcAft>
                  <a:spcPts val="200"/>
                </a:spcAft>
              </a:pPr>
              <a:r>
                <a:rPr sz="800" b="1" i="0">
                  <a:solidFill>
                    <a:srgbClr val="FA8B35"/>
                  </a:solidFill>
                  <a:latin typeface="Trenda IG Text"/>
                </a:rPr>
                <a:t>8 / 8   </a:t>
              </a:r>
              <a:r>
                <a:rPr sz="800" b="1" i="0" spc="120">
                  <a:solidFill>
                    <a:srgbClr val="FFFFFF"/>
                  </a:solidFill>
                  <a:latin typeface="Trenda IG Text"/>
                </a:rPr>
                <a:t>EVIDENCE ON EVERY CHANGE</a:t>
              </a:r>
            </a:p>
            <a:p>
              <a:pPr>
                <a:spcAft>
                  <a:spcPts val="200"/>
                </a:spcAft>
              </a:pPr>
              <a:r>
                <a:rPr sz="750" b="0" i="0">
                  <a:solidFill>
                    <a:srgbClr val="E6E6E6"/>
                  </a:solidFill>
                  <a:latin typeface="Trenda IG Text"/>
                </a:rPr>
                <a:t>Every step lands in the change passport, and cycle time, defects, rework and cost per change are reported per pod. Not just automation: a controlled, auditable delivery process.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6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25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25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2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6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6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25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5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6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5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5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6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25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5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400"/>
                            </p:stCondLst>
                            <p:childTnLst>
                              <p:par>
                                <p:cTn id="9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6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25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25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" dur="25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Insight Global">
      <a:dk1>
        <a:srgbClr val="000000"/>
      </a:dk1>
      <a:lt1>
        <a:srgbClr val="FFFFFF"/>
      </a:lt1>
      <a:dk2>
        <a:srgbClr val="00273B"/>
      </a:dk2>
      <a:lt2>
        <a:srgbClr val="F2F2F2"/>
      </a:lt2>
      <a:accent1>
        <a:srgbClr val="00D6F2"/>
      </a:accent1>
      <a:accent2>
        <a:srgbClr val="FFD700"/>
      </a:accent2>
      <a:accent3>
        <a:srgbClr val="FF0069"/>
      </a:accent3>
      <a:accent4>
        <a:srgbClr val="FA8B35"/>
      </a:accent4>
      <a:accent5>
        <a:srgbClr val="4527A0"/>
      </a:accent5>
      <a:accent6>
        <a:srgbClr val="56E13B"/>
      </a:accent6>
      <a:hlink>
        <a:srgbClr val="FF0069"/>
      </a:hlink>
      <a:folHlink>
        <a:srgbClr val="D214AA"/>
      </a:folHlink>
    </a:clrScheme>
    <a:fontScheme name="Insight Global">
      <a:majorFont>
        <a:latin typeface="Trenda IG Tex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nda IG Tex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nda IG Displa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nda IG Tex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renda IG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nda IG Text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21450</Words>
  <Application>Microsoft Office PowerPoint</Application>
  <PresentationFormat>Widescreen</PresentationFormat>
  <Paragraphs>2663</Paragraphs>
  <Slides>36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Arial</vt:lpstr>
      <vt:lpstr>Calibri</vt:lpstr>
      <vt:lpstr>Courier New</vt:lpstr>
      <vt:lpstr>Trenda IG Text</vt:lpstr>
      <vt:lpstr>Trenda IG Text Light</vt:lpstr>
      <vt:lpstr>Trenda IG Text Semibold</vt:lpstr>
      <vt:lpstr>Office Theme</vt:lpstr>
      <vt:lpstr>1_Office Theme</vt:lpstr>
      <vt:lpstr>Ascension AGENTIC HARNESS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Ascension Network Services - Engineering Context Knowledge Graph Architecture</dc:title>
  <dc:subject>PptxGenJS Presentation</dc:subject>
  <dc:creator>InsightGlobal</dc:creator>
  <cp:lastModifiedBy>Surya Chinta</cp:lastModifiedBy>
  <cp:revision>1</cp:revision>
  <dcterms:created xsi:type="dcterms:W3CDTF">2026-09-09T12:37:24Z</dcterms:created>
  <dcterms:modified xsi:type="dcterms:W3CDTF">2026-10-14T07:17:18Z</dcterms:modified>
</cp:coreProperties>
</file>