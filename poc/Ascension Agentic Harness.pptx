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33" r:id="rId6"/>
    <p:sldId id="324" r:id="rId7"/>
    <p:sldId id="325" r:id="rId8"/>
    <p:sldId id="327" r:id="rId9"/>
    <p:sldId id="328" r:id="rId10"/>
    <p:sldId id="326" r:id="rId11"/>
    <p:sldId id="334" r:id="rId12"/>
    <p:sldId id="339" r:id="rId33"/>
    <p:sldId id="342" r:id="rId36"/>
    <p:sldId id="340" r:id="rId34"/>
    <p:sldId id="341" r:id="rId35"/>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the Agentic Harness adds to it.</a:t>
            </a:r>
          </a:p>
          <a:p>
            <a:endParaRPr/>
          </a:p>
          <a:p>
            <a:r>
              <a:t>WALK IT</a:t>
            </a:r>
          </a:p>
          <a:p>
            <a:r>
              <a:t>- Top strip: the agent-first squad. Today a squad is 4-5 developers and a QA. With the harness it is 1 developer directing the harness agent team (requirements, build, test, review, release prep), plus 1 QA, for the same scope. The agent drafts overnight; the developer designs, directs and approves; QA verifies. Every human gate stays.</a:t>
            </a:r>
          </a:p>
          <a:p>
            <a:r>
              <a:t>- VBC (Salesforce Core / Flex): $2.47M today, $0.72-0.92M with the Agentic Harness. Saves $1.55-1.75M a year (63-71%).</a:t>
            </a:r>
          </a:p>
          <a:p>
            <a:r>
              <a:t>- Network Services: $117K today, $68-76K with the Agentic Harness.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the harness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the Agentic Harness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the harness: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harness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the harness</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The harness figure keeps today's cost for the people who stay (a developer and QA per squad, plus a tech lead in VBC) and adds agent run cost of $9K-18K per squad a year; the shared the Agentic Harness platform is priced once for all pods on the commercials slide. Target once a pod runs fully on the Agentic Harness; the 20-25% on the business outcomes slide is the floor. Each pod's Phase 0 baseline confirms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the Agentic Harness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