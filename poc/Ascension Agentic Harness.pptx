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33" r:id="rId6"/>
    <p:sldId id="324" r:id="rId7"/>
    <p:sldId id="325" r:id="rId8"/>
    <p:sldId id="327" r:id="rId9"/>
    <p:sldId id="328" r:id="rId10"/>
    <p:sldId id="326" r:id="rId11"/>
    <p:sldId id="334" r:id="rId12"/>
    <p:sldId id="339" r:id="rId33"/>
    <p:sldId id="343" r:id="rId37"/>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2"/>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