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
    <p:sldId id="257" r:id="rId2"/>
    <p:sldId id="258" r:id="rId3"/>
  </p:sldIdLst>
  <p:sldSz cx="12192000" cy="6858000"/>
  <p:notesSz cx="6858000" cy="12192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
<Relationship Id="rId4" Type="http://schemas.openxmlformats.org/officeDocument/2006/relationships/slideMaster" Target="slideMasters/slideMaster1.xml"/>
<Relationship Id="rId5" Type="http://schemas.openxmlformats.org/officeDocument/2006/relationships/presProps" Target="presProps.xml"/>
<Relationship Id="rId6" Type="http://schemas.openxmlformats.org/officeDocument/2006/relationships/viewProps" Target="viewProps.xml"/>
<Relationship Id="rId7" Type="http://schemas.openxmlformats.org/officeDocument/2006/relationships/theme" Target="theme/theme1.xml"/>
<Relationship Id="rId8"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vl1pPr>
      <a:lvl2pPr>
        <a:defRPr/>
      </a:lvl2pPr>
      <a:lvl3pPr>
        <a:defRPr/>
      </a:lvl3pPr>
      <a:lvl4pPr>
        <a:defRPr/>
      </a:lvl4pPr>
      <a:lvl5pPr>
        <a:defRPr/>
      </a:lvl5pPr>
      <a:lvl6pPr>
        <a:defRPr/>
      </a:lvl6pPr>
      <a:lvl7pPr>
        <a:defRPr/>
      </a:lvl7pPr>
      <a:lvl8pPr>
        <a:defRPr/>
      </a:lvl8pPr>
      <a:lvl9pPr>
        <a:defRPr/>
      </a:lvl9pPr>
    </p:titleStyle>
    <p:bodyStyle>
      <a:lvl1pPr>
        <a:defRPr/>
      </a:lvl1pPr>
      <a:lvl2pPr>
        <a:defRPr/>
      </a:lvl2pPr>
      <a:lvl3pPr>
        <a:defRPr/>
      </a:lvl3pPr>
      <a:lvl4pPr>
        <a:defRPr/>
      </a:lvl4pPr>
      <a:lvl5pPr>
        <a:defRPr/>
      </a:lvl5pPr>
      <a:lvl6pPr>
        <a:defRPr/>
      </a:lvl6pPr>
      <a:lvl7pPr>
        <a:defRPr/>
      </a:lvl7pPr>
      <a:lvl8pPr>
        <a:defRPr/>
      </a:lvl8pPr>
      <a:lvl9pPr>
        <a:defRPr/>
      </a:lvl9pPr>
    </p:bodyStyle>
    <p:otherStyle>
      <a:lvl1pPr>
        <a:defRPr/>
      </a:lvl1pPr>
      <a:lvl2pPr>
        <a:defRPr/>
      </a:lvl2pPr>
      <a:lvl3pPr>
        <a:defRPr/>
      </a:lvl3pPr>
      <a:lvl4pPr>
        <a:defRPr/>
      </a:lvl4pPr>
      <a:lvl5pPr>
        <a:defRPr/>
      </a:lvl5pPr>
      <a:lvl6pPr>
        <a:defRPr/>
      </a:lvl6pPr>
      <a:lvl7pPr>
        <a:defRPr/>
      </a:lvl7pPr>
      <a:lvl8pPr>
        <a:defRPr/>
      </a:lvl8pPr>
      <a:lvl9pPr>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image" Target="../media/slide1.png"/>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image" Target="../media/slide2.png"/>
<Relationship Id="rId2"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image" Target="../media/slide3.png"/>
<Relationship Id="rId2"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e platform for Salesforce governance" descr="Slide 1 of 3. Headline: One platform for Salesforce governance. Understand user access, assess security risks and simplify governance within your Salesforce org. Approved by Salesforce Security Review and live on AppExchange. Access intelligence, audit and compliance readiness, release and storage insights. Product view: org security dashboard, permission set comparison and compliance frameworks."/>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udit readiness. Security visibility." descr="Slide 2 of 3. Headline: Audit readiness. Security visibility. Security posture, compliance findings and audit evidence in one workspace. SOX and compliance, segregation of duties, org security and health check, audit evidence. Product view: health check scores across SOX, HIPAA, PCI-DSS, GDPR and NIST, plus a segregation of duties violation report."/>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earer access. Simpler administration." descr="Slide 3 of 3. Headline: Clearer access. Simpler administration. Practical tools for admins, architects and support teams. User 360 and effective access, permission intelligence, profile migration, Release Radar and CAB reports, storage, FinOps and dev tools. Product view: User 360, profile migration steps and Release Radar updates."/>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ShieldForge">
  <a:themeElements>
    <a:clrScheme name="ShieldForge">
      <a:dk1>
        <a:sysClr val="windowText" lastClr="000000"/>
      </a:dk1>
      <a:lt1>
        <a:sysClr val="window" lastClr="FFFFFF"/>
      </a:lt1>
      <a:dk2>
        <a:srgbClr val="0C1520"/>
      </a:dk2>
      <a:lt2>
        <a:srgbClr val="F4F6F9"/>
      </a:lt2>
      <a:accent1>
        <a:srgbClr val="22C1F0"/>
      </a:accent1>
      <a:accent2>
        <a:srgbClr val="FFC629"/>
      </a:accent2>
      <a:accent3>
        <a:srgbClr val="ED0F7E"/>
      </a:accent3>
      <a:accent4>
        <a:srgbClr val="0E2233"/>
      </a:accent4>
      <a:accent5>
        <a:srgbClr val="5A6573"/>
      </a:accent5>
      <a:accent6>
        <a:srgbClr val="0FA8DC"/>
      </a:accent6>
      <a:hlink>
        <a:srgbClr val="0FA8DC"/>
      </a:hlink>
      <a:folHlink>
        <a:srgbClr val="5A6573"/>
      </a:folHlink>
    </a:clrScheme>
    <a:fontScheme name="ShieldForge">
      <a:majorFont>
        <a:latin typeface="Trenda IG Display"/>
        <a:ea typeface=""/>
        <a:cs typeface=""/>
      </a:majorFont>
      <a:minorFont>
        <a:latin typeface="Trenda IG Text"/>
        <a:ea typeface=""/>
        <a:cs typeface=""/>
      </a:minorFont>
    </a:fontScheme>
    <a:fmtScheme name="ShieldForg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ShieldForge deck builder</Application>
  <Slides>3</Slides>
  <Paragraphs>0</Paragraphs>
  <Words>0</Words>
  <PresentationFormat>Widescreen</PresentationFormat>
  <TitlesOfParts>
    <vt:vector size="3" baseType="lpstr">
      <vt:lpstr>One platform for Salesforce governance</vt:lpstr>
      <vt:lpstr>Audit readiness. Security visibility.</vt:lpstr>
      <vt:lpstr>Clearer access. Simpler administration.</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ShieldForge by Insight Global</dc:title>
  <dcterms:created xsi:type="dcterms:W3CDTF">2026-09-18T04:49:10Z</dcterms:created>
  <dcterms:modified xsi:type="dcterms:W3CDTF">2026-09-18T04:49:10Z</dcterms:modified>
</cp:coreProperties>
</file>